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1" r:id="rId6"/>
    <p:sldId id="390" r:id="rId7"/>
    <p:sldId id="389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5B6E6BAC-E19A-1685-7EEF-18E192E415E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02816ADF-6A80-E5D7-D544-A80EDC989703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1E64A1B4-3CE2-FED3-75A5-16E32265895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A7618698-AA11-0A18-1A4C-7897D0B5B4BF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87B144A7-9DB5-44B0-BCB7-2016EEB5C34E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EF3D30AD-77CD-C193-4616-2952DB98592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FD237DD8-C7B1-C401-A471-C5BF2D185A71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DED56485-A179-70F3-0C74-82F88E5A592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E314C20C-EB61-2A19-3627-7EFC3427EFE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B70039AA-2570-2060-D013-C8CFB42A652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56234935-6CF3-4907-AB50-CC8061AA81DA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>
            <a:extLst>
              <a:ext uri="{FF2B5EF4-FFF2-40B4-BE49-F238E27FC236}">
                <a16:creationId xmlns:a16="http://schemas.microsoft.com/office/drawing/2014/main" id="{6D5F0B18-EEB3-3C49-480F-36ECF796BC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6435" name="Rectangle 3">
            <a:extLst>
              <a:ext uri="{FF2B5EF4-FFF2-40B4-BE49-F238E27FC236}">
                <a16:creationId xmlns:a16="http://schemas.microsoft.com/office/drawing/2014/main" id="{A668EB3A-58E5-73BA-CAE6-9477136639B5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04A80A77-4625-DE61-EFF6-3EC904A035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3B819371-E019-A146-873B-F6217CFDA261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>
            <a:extLst>
              <a:ext uri="{FF2B5EF4-FFF2-40B4-BE49-F238E27FC236}">
                <a16:creationId xmlns:a16="http://schemas.microsoft.com/office/drawing/2014/main" id="{B6DC05BC-E597-E0E8-BB83-9687A1A4C1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23907" name="Rectangle 3">
            <a:extLst>
              <a:ext uri="{FF2B5EF4-FFF2-40B4-BE49-F238E27FC236}">
                <a16:creationId xmlns:a16="http://schemas.microsoft.com/office/drawing/2014/main" id="{44622224-5B51-9CCA-9E02-A63FB57C53D0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3E0545BE-6B31-FCD8-A452-1569F2BC7391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52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18543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20473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126610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462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7804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364850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9738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75376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593830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7772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E0EF425-4884-ABBB-E537-C4B1714C15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AF5E8622-DA59-9FF8-9AC1-1B3C2B732F92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5F46877A-A08D-2D8E-1208-F908553F53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CE1EA54D-39C6-1535-187C-223167745579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2417E5DC-87A2-1B45-1793-81FB68ABF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D41DB8F3-5E8F-4D44-B69E-23C8D00E9A17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D951A210-F83D-D698-ED25-ED1AC7378E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8B7530F1-7BAE-56E7-E443-D2DB095314D7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Solution Concept Diagram</a:t>
            </a:r>
            <a:br>
              <a:rPr lang="en-AU" altLang="en-US" sz="2800"/>
            </a:br>
            <a:r>
              <a:rPr lang="en-AU" altLang="en-US" sz="2000" b="0" i="1"/>
              <a:t>Phase A – Architecture 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>
            <a:extLst>
              <a:ext uri="{FF2B5EF4-FFF2-40B4-BE49-F238E27FC236}">
                <a16:creationId xmlns:a16="http://schemas.microsoft.com/office/drawing/2014/main" id="{E125411F-5C4A-1F04-14D6-42CBD30B0C02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Solution Concept Diagram</a:t>
            </a:r>
          </a:p>
        </p:txBody>
      </p:sp>
      <p:pic>
        <p:nvPicPr>
          <p:cNvPr id="145426" name="Picture 18">
            <a:extLst>
              <a:ext uri="{FF2B5EF4-FFF2-40B4-BE49-F238E27FC236}">
                <a16:creationId xmlns:a16="http://schemas.microsoft.com/office/drawing/2014/main" id="{475F063D-C6DD-FEBB-B394-65676551A5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00" y="1111250"/>
            <a:ext cx="8688388" cy="4559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396349D3-3213-8DB5-2C79-47F431F45532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Solution Concept Diagram</a:t>
            </a:r>
          </a:p>
        </p:txBody>
      </p:sp>
      <p:pic>
        <p:nvPicPr>
          <p:cNvPr id="143364" name="Picture 4">
            <a:extLst>
              <a:ext uri="{FF2B5EF4-FFF2-40B4-BE49-F238E27FC236}">
                <a16:creationId xmlns:a16="http://schemas.microsoft.com/office/drawing/2014/main" id="{EE3A66E6-4FA3-0C04-A393-641B308D2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785938"/>
            <a:ext cx="9412288" cy="3808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4" name="Rectangle 4">
            <a:extLst>
              <a:ext uri="{FF2B5EF4-FFF2-40B4-BE49-F238E27FC236}">
                <a16:creationId xmlns:a16="http://schemas.microsoft.com/office/drawing/2014/main" id="{C2FF6668-DBAE-C346-F8C2-8BF938ECAC81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Solution Concept Diagram</a:t>
            </a:r>
          </a:p>
        </p:txBody>
      </p:sp>
      <p:pic>
        <p:nvPicPr>
          <p:cNvPr id="122891" name="Picture 11">
            <a:extLst>
              <a:ext uri="{FF2B5EF4-FFF2-40B4-BE49-F238E27FC236}">
                <a16:creationId xmlns:a16="http://schemas.microsoft.com/office/drawing/2014/main" id="{5E8C941C-C5BC-9F22-DEC2-6005153432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2263" y="1689100"/>
            <a:ext cx="5476875" cy="3402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9AF90C-31BB-4723-B208-8C323D3439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0675439-F957-435F-AC99-4E4D2026529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5127</TotalTime>
  <Words>22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Solution Concept Diagram</dc:title>
  <dc:subject/>
  <dc:creator>Danny Citakovic</dc:creator>
  <cp:lastModifiedBy>Andrew Josey</cp:lastModifiedBy>
  <cp:revision>22</cp:revision>
  <dcterms:created xsi:type="dcterms:W3CDTF">2010-02-10T16:36:59Z</dcterms:created>
  <dcterms:modified xsi:type="dcterms:W3CDTF">2026-04-28T23:17:53Z</dcterms:modified>
</cp:coreProperties>
</file>