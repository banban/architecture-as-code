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91" r:id="rId6"/>
    <p:sldId id="390" r:id="rId7"/>
    <p:sldId id="392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1AAFC7F5-314F-4FB7-0CB2-C868312944F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2781F92C-FE9B-5559-B896-88E453994A40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E86B60B4-C107-56F2-4538-2CA7C1431E7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50F491E1-0D18-8E8E-950E-47580E7009C0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F98191E5-850E-4732-B612-091D40DC2C09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271EDF1A-23A4-0D63-3C09-639F45C2102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06A731D1-CDFF-96C2-D4C3-2E86DC9F2FD8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2CE4D795-9C35-B86A-4202-8FE2EAC8458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FB4EDBEE-7143-ACD8-15C4-AFC8BBA7AE0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0E8E6EA0-0648-923B-226E-1DABA4990F1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7C75CC57-CC36-4DD4-8673-895A14C4DEEF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>
            <a:extLst>
              <a:ext uri="{FF2B5EF4-FFF2-40B4-BE49-F238E27FC236}">
                <a16:creationId xmlns:a16="http://schemas.microsoft.com/office/drawing/2014/main" id="{023D1E1C-D014-9FE0-B0E4-39750077439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2579" name="Rectangle 3">
            <a:extLst>
              <a:ext uri="{FF2B5EF4-FFF2-40B4-BE49-F238E27FC236}">
                <a16:creationId xmlns:a16="http://schemas.microsoft.com/office/drawing/2014/main" id="{9FD5C41D-ABAA-7281-F2AF-9E6AE34EBAA8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C8199672-82D0-406D-62CA-BA0CE2CEDAA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CA13E5C3-8E77-FB16-43D0-045B7DB6B04E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>
            <a:extLst>
              <a:ext uri="{FF2B5EF4-FFF2-40B4-BE49-F238E27FC236}">
                <a16:creationId xmlns:a16="http://schemas.microsoft.com/office/drawing/2014/main" id="{F82AF700-CD02-E54A-D042-2BE83B7FEF6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4627" name="Rectangle 3">
            <a:extLst>
              <a:ext uri="{FF2B5EF4-FFF2-40B4-BE49-F238E27FC236}">
                <a16:creationId xmlns:a16="http://schemas.microsoft.com/office/drawing/2014/main" id="{FDF3BE62-8112-DA57-3C29-350DD945865E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6FB529B7-8A26-D974-3332-9E32E0EB3C94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1939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43844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88775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541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1447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984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08501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0434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091588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36995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2488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9A3AFBF-D376-073B-DBF9-039D524180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54E88139-5E8D-B8EB-4502-5C982F3670DE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D0F820E1-B805-6B28-73CC-2EAF71D8E28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7A34303B-EB19-5EE3-2357-7ED0678935D7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9F4A1B21-5425-4A66-7CAD-D906F7B8B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803C1D98-BBD1-153E-FE05-45A425F167C6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08F7C161-D793-CC3A-7D19-CA443632CA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7E1CD665-BD23-85D3-4C6B-D58DEDD85C3B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Data Dissemination Diagram</a:t>
            </a:r>
            <a:br>
              <a:rPr lang="en-AU" altLang="en-US" sz="2800"/>
            </a:br>
            <a:r>
              <a:rPr lang="en-AU" altLang="en-US" sz="2000" b="0" i="1"/>
              <a:t>Phase C – Information Systems Architectures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77B068D9-772E-2DD3-0AAD-2C399BCA0B75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Data Dissemination Diagram </a:t>
            </a:r>
          </a:p>
        </p:txBody>
      </p:sp>
      <p:pic>
        <p:nvPicPr>
          <p:cNvPr id="151588" name="Picture 36">
            <a:extLst>
              <a:ext uri="{FF2B5EF4-FFF2-40B4-BE49-F238E27FC236}">
                <a16:creationId xmlns:a16="http://schemas.microsoft.com/office/drawing/2014/main" id="{D71164A7-4F83-C3B1-7F7E-D347BB9B1D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963" y="1458913"/>
            <a:ext cx="5172075" cy="4181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9425487F-292A-163F-8171-F10B3CC96B0A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Data Dissemination Diagram </a:t>
            </a:r>
          </a:p>
        </p:txBody>
      </p:sp>
      <p:pic>
        <p:nvPicPr>
          <p:cNvPr id="143416" name="Picture 56">
            <a:extLst>
              <a:ext uri="{FF2B5EF4-FFF2-40B4-BE49-F238E27FC236}">
                <a16:creationId xmlns:a16="http://schemas.microsoft.com/office/drawing/2014/main" id="{3D5D65F5-BB18-7B85-0209-49AB196B1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6238" y="1584325"/>
            <a:ext cx="5521325" cy="3671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>
            <a:extLst>
              <a:ext uri="{FF2B5EF4-FFF2-40B4-BE49-F238E27FC236}">
                <a16:creationId xmlns:a16="http://schemas.microsoft.com/office/drawing/2014/main" id="{D4E2CBBE-08B0-8A95-E08F-BC85C344829E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Data Dissemination Diagram </a:t>
            </a:r>
          </a:p>
        </p:txBody>
      </p:sp>
      <p:pic>
        <p:nvPicPr>
          <p:cNvPr id="153646" name="Picture 46">
            <a:extLst>
              <a:ext uri="{FF2B5EF4-FFF2-40B4-BE49-F238E27FC236}">
                <a16:creationId xmlns:a16="http://schemas.microsoft.com/office/drawing/2014/main" id="{A039DE12-CD65-AE61-D7D1-A98A68B59D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6500" y="1285875"/>
            <a:ext cx="4191000" cy="4133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3F67D14-E54F-4423-83CC-D0DFA60DB06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7CA6C17-0822-44A6-B8E9-B116C98217A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8999</TotalTime>
  <Words>23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-Data Dissemination Diagram</dc:title>
  <dc:subject/>
  <dc:creator>Danny Citakovic</dc:creator>
  <cp:lastModifiedBy>Andrew Josey</cp:lastModifiedBy>
  <cp:revision>24</cp:revision>
  <dcterms:created xsi:type="dcterms:W3CDTF">2010-02-10T16:36:59Z</dcterms:created>
  <dcterms:modified xsi:type="dcterms:W3CDTF">2026-04-28T23:19:37Z</dcterms:modified>
</cp:coreProperties>
</file>