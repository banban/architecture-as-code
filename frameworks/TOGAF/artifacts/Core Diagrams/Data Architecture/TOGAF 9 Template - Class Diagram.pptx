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3"/>
    <p:sldMasterId id="2147483651" r:id="rId4"/>
  </p:sldMasterIdLst>
  <p:notesMasterIdLst>
    <p:notesMasterId r:id="rId9"/>
  </p:notesMasterIdLst>
  <p:handoutMasterIdLst>
    <p:handoutMasterId r:id="rId10"/>
  </p:handoutMasterIdLst>
  <p:sldIdLst>
    <p:sldId id="337" r:id="rId5"/>
    <p:sldId id="390" r:id="rId6"/>
    <p:sldId id="391" r:id="rId7"/>
    <p:sldId id="392" r:id="rId8"/>
  </p:sldIdLst>
  <p:sldSz cx="9144000" cy="6858000" type="screen4x3"/>
  <p:notesSz cx="6797675" cy="992822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457200" algn="l" rtl="0" fontAlgn="base">
      <a:spcBef>
        <a:spcPct val="0"/>
      </a:spcBef>
      <a:spcAft>
        <a:spcPct val="0"/>
      </a:spcAft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914400" algn="l" rtl="0" fontAlgn="base">
      <a:spcBef>
        <a:spcPct val="0"/>
      </a:spcBef>
      <a:spcAft>
        <a:spcPct val="0"/>
      </a:spcAft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1371600" algn="l" rtl="0" fontAlgn="base">
      <a:spcBef>
        <a:spcPct val="0"/>
      </a:spcBef>
      <a:spcAft>
        <a:spcPct val="0"/>
      </a:spcAft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1828800" algn="l" rtl="0" fontAlgn="base">
      <a:spcBef>
        <a:spcPct val="0"/>
      </a:spcBef>
      <a:spcAft>
        <a:spcPct val="0"/>
      </a:spcAft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6000" algn="l" defTabSz="914400" rtl="0" eaLnBrk="1" latinLnBrk="0" hangingPunct="1"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6pPr>
    <a:lvl7pPr marL="2743200" algn="l" defTabSz="914400" rtl="0" eaLnBrk="1" latinLnBrk="0" hangingPunct="1"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7pPr>
    <a:lvl8pPr marL="3200400" algn="l" defTabSz="914400" rtl="0" eaLnBrk="1" latinLnBrk="0" hangingPunct="1"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8pPr>
    <a:lvl9pPr marL="3657600" algn="l" defTabSz="914400" rtl="0" eaLnBrk="1" latinLnBrk="0" hangingPunct="1"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FFCC00"/>
    <a:srgbClr val="D84844"/>
    <a:srgbClr val="9966FF"/>
    <a:srgbClr val="FF9999"/>
    <a:srgbClr val="C6D000"/>
    <a:srgbClr val="6E7400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8538" autoAdjust="0"/>
    <p:restoredTop sz="91667" autoAdjust="0"/>
  </p:normalViewPr>
  <p:slideViewPr>
    <p:cSldViewPr snapToGrid="0">
      <p:cViewPr>
        <p:scale>
          <a:sx n="75" d="100"/>
          <a:sy n="75" d="100"/>
        </p:scale>
        <p:origin x="-1284" y="-24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slideMaster" Target="slideMasters/slideMaster1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0" Type="http://schemas.openxmlformats.org/officeDocument/2006/relationships/handoutMaster" Target="handoutMasters/handoutMaster1.xml"/><Relationship Id="rId4" Type="http://schemas.openxmlformats.org/officeDocument/2006/relationships/slideMaster" Target="slideMasters/slideMaster2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>
            <a:extLst>
              <a:ext uri="{FF2B5EF4-FFF2-40B4-BE49-F238E27FC236}">
                <a16:creationId xmlns:a16="http://schemas.microsoft.com/office/drawing/2014/main" id="{B1E9CE0C-3C50-C2DE-3BAF-E6282B3624A9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 eaLnBrk="1" hangingPunct="1">
              <a:lnSpc>
                <a:spcPct val="100000"/>
              </a:lnSpc>
              <a:defRPr sz="1200" b="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10243" name="Rectangle 3">
            <a:extLst>
              <a:ext uri="{FF2B5EF4-FFF2-40B4-BE49-F238E27FC236}">
                <a16:creationId xmlns:a16="http://schemas.microsoft.com/office/drawing/2014/main" id="{4F072CDE-469C-830A-4C7D-4CBDD495897D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49688" y="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lnSpc>
                <a:spcPct val="100000"/>
              </a:lnSpc>
              <a:defRPr sz="1200" b="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10244" name="Rectangle 4">
            <a:extLst>
              <a:ext uri="{FF2B5EF4-FFF2-40B4-BE49-F238E27FC236}">
                <a16:creationId xmlns:a16="http://schemas.microsoft.com/office/drawing/2014/main" id="{E3DFF8C5-FF75-6AD5-579A-023E8D3A2865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2975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eaLnBrk="1" hangingPunct="1">
              <a:lnSpc>
                <a:spcPct val="100000"/>
              </a:lnSpc>
              <a:defRPr sz="1200" b="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r>
              <a:rPr lang="fr-FR"/>
              <a:t>© 2008 Capgemini. All rights reserved</a:t>
            </a:r>
          </a:p>
        </p:txBody>
      </p:sp>
      <p:sp>
        <p:nvSpPr>
          <p:cNvPr id="10245" name="Rectangle 5">
            <a:extLst>
              <a:ext uri="{FF2B5EF4-FFF2-40B4-BE49-F238E27FC236}">
                <a16:creationId xmlns:a16="http://schemas.microsoft.com/office/drawing/2014/main" id="{6FB2BFAD-5029-6C90-2082-FCB22A1F960B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49688" y="942975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 b="0"/>
            </a:lvl1pPr>
          </a:lstStyle>
          <a:p>
            <a:fld id="{7D1A328A-B6B3-4AFF-8959-EFFCC68BD1D1}" type="slidenum">
              <a:rPr lang="fr-FR" altLang="en-US"/>
              <a:pPr/>
              <a:t>‹#›</a:t>
            </a:fld>
            <a:endParaRPr lang="fr-F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>
            <a:extLst>
              <a:ext uri="{FF2B5EF4-FFF2-40B4-BE49-F238E27FC236}">
                <a16:creationId xmlns:a16="http://schemas.microsoft.com/office/drawing/2014/main" id="{BCE34933-DAC5-801B-BCDA-3C9C06EB39D8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3851275" y="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 eaLnBrk="1" hangingPunct="1">
              <a:lnSpc>
                <a:spcPct val="100000"/>
              </a:lnSpc>
              <a:defRPr sz="120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3555" name="Rectangle 4">
            <a:extLst>
              <a:ext uri="{FF2B5EF4-FFF2-40B4-BE49-F238E27FC236}">
                <a16:creationId xmlns:a16="http://schemas.microsoft.com/office/drawing/2014/main" id="{E0BAE3F3-7457-81C5-5623-8E6CD19BA661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15988" y="744538"/>
            <a:ext cx="4965700" cy="3722687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2533" name="Rectangle 5">
            <a:extLst>
              <a:ext uri="{FF2B5EF4-FFF2-40B4-BE49-F238E27FC236}">
                <a16:creationId xmlns:a16="http://schemas.microsoft.com/office/drawing/2014/main" id="{4D691522-BEA4-F983-44A2-391F75C2DB66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227013" y="4716463"/>
            <a:ext cx="6343650" cy="4467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en-US"/>
              <a:t>Cliquez pour modifier les styles du texte du masque</a:t>
            </a:r>
          </a:p>
          <a:p>
            <a:pPr lvl="1"/>
            <a:r>
              <a:rPr lang="fr-FR" altLang="en-US"/>
              <a:t>Deuxième niveau</a:t>
            </a:r>
          </a:p>
          <a:p>
            <a:pPr lvl="2"/>
            <a:r>
              <a:rPr lang="fr-FR" altLang="en-US"/>
              <a:t>Troisième niveau</a:t>
            </a:r>
          </a:p>
        </p:txBody>
      </p:sp>
      <p:sp>
        <p:nvSpPr>
          <p:cNvPr id="22534" name="Rectangle 6">
            <a:extLst>
              <a:ext uri="{FF2B5EF4-FFF2-40B4-BE49-F238E27FC236}">
                <a16:creationId xmlns:a16="http://schemas.microsoft.com/office/drawing/2014/main" id="{7F0AFB97-D48E-C943-18F2-35A22FA7F236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678988"/>
            <a:ext cx="2946400" cy="247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eaLnBrk="1" hangingPunct="1">
              <a:lnSpc>
                <a:spcPct val="100000"/>
              </a:lnSpc>
              <a:defRPr sz="900" b="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r>
              <a:rPr lang="fr-FR"/>
              <a:t>© 2008 Capgemini. All rights reserved</a:t>
            </a:r>
          </a:p>
        </p:txBody>
      </p:sp>
      <p:sp>
        <p:nvSpPr>
          <p:cNvPr id="22535" name="Rectangle 7">
            <a:extLst>
              <a:ext uri="{FF2B5EF4-FFF2-40B4-BE49-F238E27FC236}">
                <a16:creationId xmlns:a16="http://schemas.microsoft.com/office/drawing/2014/main" id="{150E7523-3F57-9A8F-3311-37B33FD03888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49688" y="9678988"/>
            <a:ext cx="2946400" cy="247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900" b="0"/>
            </a:lvl1pPr>
          </a:lstStyle>
          <a:p>
            <a:fld id="{EAFC916A-F9D2-4DA1-84ED-79D2A4300B2A}" type="slidenum">
              <a:rPr lang="fr-FR" altLang="en-US"/>
              <a:pPr/>
              <a:t>‹#›</a:t>
            </a:fld>
            <a:endParaRPr lang="fr-F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fontAlgn="base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266700" indent="-87313" algn="l" rtl="0" fontAlgn="base">
      <a:spcBef>
        <a:spcPct val="30000"/>
      </a:spcBef>
      <a:spcAft>
        <a:spcPct val="0"/>
      </a:spcAft>
      <a:buChar char="•"/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542925" indent="-96838" algn="l" rtl="0" fontAlgn="base">
      <a:spcBef>
        <a:spcPct val="30000"/>
      </a:spcBef>
      <a:spcAft>
        <a:spcPct val="0"/>
      </a:spcAft>
      <a:buChar char="•"/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600200" indent="-228600" algn="l" rtl="0" fontAlgn="base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2057400" indent="-228600" algn="l" rtl="0" fontAlgn="base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386" name="Rectangle 2">
            <a:extLst>
              <a:ext uri="{FF2B5EF4-FFF2-40B4-BE49-F238E27FC236}">
                <a16:creationId xmlns:a16="http://schemas.microsoft.com/office/drawing/2014/main" id="{8EC37C94-B4D8-6BFC-87F1-E4B4600EE2B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22338" y="747713"/>
            <a:ext cx="4959350" cy="3719512"/>
          </a:xfrm>
          <a:ln/>
        </p:spPr>
      </p:sp>
      <p:sp>
        <p:nvSpPr>
          <p:cNvPr id="144387" name="Rectangle 3">
            <a:extLst>
              <a:ext uri="{FF2B5EF4-FFF2-40B4-BE49-F238E27FC236}">
                <a16:creationId xmlns:a16="http://schemas.microsoft.com/office/drawing/2014/main" id="{240F5D75-BF22-744C-879D-FB5B4C6849FE}"/>
              </a:ext>
            </a:extLst>
          </p:cNvPr>
          <p:cNvSpPr>
            <a:spLocks noChangeArrowheads="1"/>
          </p:cNvSpPr>
          <p:nvPr>
            <p:ph type="body" idx="1"/>
          </p:nvPr>
        </p:nvSpPr>
        <p:spPr>
          <a:xfrm>
            <a:off x="388938" y="4706938"/>
            <a:ext cx="6019800" cy="44704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GB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578" name="Rectangle 2">
            <a:extLst>
              <a:ext uri="{FF2B5EF4-FFF2-40B4-BE49-F238E27FC236}">
                <a16:creationId xmlns:a16="http://schemas.microsoft.com/office/drawing/2014/main" id="{5ECB2FE7-CAEE-A070-B9A9-72607D08191F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22338" y="747713"/>
            <a:ext cx="4959350" cy="3719512"/>
          </a:xfrm>
          <a:ln/>
        </p:spPr>
      </p:sp>
      <p:sp>
        <p:nvSpPr>
          <p:cNvPr id="152579" name="Rectangle 3">
            <a:extLst>
              <a:ext uri="{FF2B5EF4-FFF2-40B4-BE49-F238E27FC236}">
                <a16:creationId xmlns:a16="http://schemas.microsoft.com/office/drawing/2014/main" id="{7C463A0C-8FB9-6831-5C64-569F28623A74}"/>
              </a:ext>
            </a:extLst>
          </p:cNvPr>
          <p:cNvSpPr>
            <a:spLocks noChangeArrowheads="1"/>
          </p:cNvSpPr>
          <p:nvPr>
            <p:ph type="body" idx="1"/>
          </p:nvPr>
        </p:nvSpPr>
        <p:spPr>
          <a:xfrm>
            <a:off x="388938" y="4706938"/>
            <a:ext cx="6019800" cy="44704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GB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626" name="Rectangle 2">
            <a:extLst>
              <a:ext uri="{FF2B5EF4-FFF2-40B4-BE49-F238E27FC236}">
                <a16:creationId xmlns:a16="http://schemas.microsoft.com/office/drawing/2014/main" id="{5B8D4C68-5CE0-CBFA-CBEB-365493603D5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22338" y="747713"/>
            <a:ext cx="4959350" cy="3719512"/>
          </a:xfrm>
          <a:ln/>
        </p:spPr>
      </p:sp>
      <p:sp>
        <p:nvSpPr>
          <p:cNvPr id="154627" name="Rectangle 3">
            <a:extLst>
              <a:ext uri="{FF2B5EF4-FFF2-40B4-BE49-F238E27FC236}">
                <a16:creationId xmlns:a16="http://schemas.microsoft.com/office/drawing/2014/main" id="{BBB418E8-2146-2D34-185E-EA3E82699DBF}"/>
              </a:ext>
            </a:extLst>
          </p:cNvPr>
          <p:cNvSpPr>
            <a:spLocks noChangeArrowheads="1"/>
          </p:cNvSpPr>
          <p:nvPr>
            <p:ph type="body" idx="1"/>
          </p:nvPr>
        </p:nvSpPr>
        <p:spPr>
          <a:xfrm>
            <a:off x="388938" y="4706938"/>
            <a:ext cx="6019800" cy="44704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GB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1">
            <a:extLst>
              <a:ext uri="{FF2B5EF4-FFF2-40B4-BE49-F238E27FC236}">
                <a16:creationId xmlns:a16="http://schemas.microsoft.com/office/drawing/2014/main" id="{133BD174-5065-C9BE-5C4A-8031E66F1121}"/>
              </a:ext>
            </a:extLst>
          </p:cNvPr>
          <p:cNvSpPr>
            <a:spLocks noChangeArrowheads="1"/>
          </p:cNvSpPr>
          <p:nvPr/>
        </p:nvSpPr>
        <p:spPr bwMode="white">
          <a:xfrm>
            <a:off x="-14288" y="-14288"/>
            <a:ext cx="9144001" cy="1228726"/>
          </a:xfrm>
          <a:prstGeom prst="rect">
            <a:avLst/>
          </a:prstGeom>
          <a:solidFill>
            <a:schemeClr val="bg2"/>
          </a:solidFill>
          <a:ln w="9525" algn="ctr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 eaLnBrk="0" hangingPunct="0">
              <a:lnSpc>
                <a:spcPct val="85000"/>
              </a:lnSpc>
              <a:defRPr/>
            </a:pPr>
            <a:endParaRPr lang="en-GB">
              <a:latin typeface="Arial" charset="0"/>
              <a:cs typeface="Arial" charset="0"/>
            </a:endParaRP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0" y="2801938"/>
            <a:ext cx="4886325" cy="792162"/>
          </a:xfrm>
        </p:spPr>
        <p:txBody>
          <a:bodyPr lIns="0" tIns="180000" rIns="0" bIns="36000"/>
          <a:lstStyle>
            <a:lvl1pPr marL="355600" indent="0">
              <a:buFont typeface="Wingdings" pitchFamily="2" charset="2"/>
              <a:buNone/>
              <a:defRPr sz="2000">
                <a:solidFill>
                  <a:srgbClr val="292929"/>
                </a:solidFill>
                <a:latin typeface="Arial Narrow" pitchFamily="34" charset="0"/>
              </a:defRPr>
            </a:lvl1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098" name="Rectangle 2"/>
          <p:cNvSpPr>
            <a:spLocks noGrp="1" noChangeArrowheads="1"/>
          </p:cNvSpPr>
          <p:nvPr>
            <p:ph type="ctrTitle"/>
          </p:nvPr>
        </p:nvSpPr>
        <p:spPr bwMode="auto">
          <a:xfrm>
            <a:off x="0" y="1265238"/>
            <a:ext cx="6848475" cy="1512887"/>
          </a:xfrm>
        </p:spPr>
        <p:txBody>
          <a:bodyPr lIns="252000" tIns="360000" bIns="72000"/>
          <a:lstStyle>
            <a:lvl1pPr marL="360363" algn="l">
              <a:defRPr sz="3600">
                <a:solidFill>
                  <a:srgbClr val="292929"/>
                </a:solidFill>
                <a:latin typeface="Arial Narrow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51374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lIns="288000"/>
          <a:lstStyle>
            <a:lvl1pPr>
              <a:buClr>
                <a:srgbClr val="00B050"/>
              </a:buClr>
              <a:buFont typeface="Wingdings" pitchFamily="2" charset="2"/>
              <a:buChar char="Ø"/>
              <a:defRPr/>
            </a:lvl1pPr>
            <a:lvl2pPr>
              <a:buClr>
                <a:srgbClr val="00B050"/>
              </a:buClr>
              <a:buFont typeface="Wingdings" pitchFamily="2" charset="2"/>
              <a:buChar char="§"/>
              <a:defRPr/>
            </a:lvl2pPr>
            <a:lvl3pPr>
              <a:buClr>
                <a:srgbClr val="00B050"/>
              </a:buClr>
              <a:buFont typeface="Wingdings" pitchFamily="2" charset="2"/>
              <a:buChar char="§"/>
              <a:defRPr sz="1800"/>
            </a:lvl3pPr>
            <a:lvl4pPr>
              <a:buClr>
                <a:srgbClr val="00B050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</a:defRPr>
            </a:lvl4pPr>
            <a:lvl5pPr>
              <a:buClr>
                <a:srgbClr val="00B050"/>
              </a:buClr>
              <a:buFont typeface="Wingdings" pitchFamily="2" charset="2"/>
              <a:buChar char="Ø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25908378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4853433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0" y="1598613"/>
            <a:ext cx="4495800" cy="4633912"/>
          </a:xfrm>
        </p:spPr>
        <p:txBody>
          <a:bodyPr lIns="216000"/>
          <a:lstStyle>
            <a:lvl1pPr>
              <a:buClr>
                <a:srgbClr val="00B050"/>
              </a:buClr>
              <a:buFont typeface="Wingdings" pitchFamily="2" charset="2"/>
              <a:buChar char="Ø"/>
              <a:defRPr sz="2400"/>
            </a:lvl1pPr>
            <a:lvl2pPr>
              <a:buClr>
                <a:srgbClr val="00B050"/>
              </a:buClr>
              <a:buFont typeface="Wingdings" pitchFamily="2" charset="2"/>
              <a:buChar char="§"/>
              <a:defRPr sz="2000"/>
            </a:lvl2pPr>
            <a:lvl3pPr>
              <a:buClr>
                <a:srgbClr val="00B050"/>
              </a:buClr>
              <a:buFont typeface="Wingdings" pitchFamily="2" charset="2"/>
              <a:buChar char="§"/>
              <a:defRPr sz="1800"/>
            </a:lvl3pPr>
            <a:lvl4pPr>
              <a:buClr>
                <a:srgbClr val="00B050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</a:defRPr>
            </a:lvl4pPr>
            <a:lvl5pPr>
              <a:buClr>
                <a:srgbClr val="00B050"/>
              </a:buClr>
              <a:buFont typeface="Wingdings" pitchFamily="2" charset="2"/>
              <a:buChar char="Ø"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2"/>
          <p:cNvSpPr>
            <a:spLocks noGrp="1"/>
          </p:cNvSpPr>
          <p:nvPr>
            <p:ph sz="half" idx="10"/>
          </p:nvPr>
        </p:nvSpPr>
        <p:spPr>
          <a:xfrm>
            <a:off x="4536393" y="1597189"/>
            <a:ext cx="4495800" cy="4633912"/>
          </a:xfrm>
        </p:spPr>
        <p:txBody>
          <a:bodyPr lIns="216000"/>
          <a:lstStyle>
            <a:lvl1pPr>
              <a:buClr>
                <a:srgbClr val="00B050"/>
              </a:buClr>
              <a:buFont typeface="Wingdings" pitchFamily="2" charset="2"/>
              <a:buChar char="Ø"/>
              <a:defRPr sz="2400"/>
            </a:lvl1pPr>
            <a:lvl2pPr>
              <a:buClr>
                <a:srgbClr val="00B050"/>
              </a:buClr>
              <a:buFont typeface="Wingdings" pitchFamily="2" charset="2"/>
              <a:buChar char="§"/>
              <a:defRPr sz="2000"/>
            </a:lvl2pPr>
            <a:lvl3pPr>
              <a:buClr>
                <a:srgbClr val="00B050"/>
              </a:buClr>
              <a:buFont typeface="Wingdings" pitchFamily="2" charset="2"/>
              <a:buChar char="§"/>
              <a:defRPr sz="1800"/>
            </a:lvl3pPr>
            <a:lvl4pPr>
              <a:buClr>
                <a:srgbClr val="00B050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</a:defRPr>
            </a:lvl4pPr>
            <a:lvl5pPr>
              <a:buClr>
                <a:srgbClr val="00B050"/>
              </a:buClr>
              <a:buFont typeface="Wingdings" pitchFamily="2" charset="2"/>
              <a:buChar char="Ø"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22899521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6120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6961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3546504" y="273465"/>
            <a:ext cx="5597495" cy="5959060"/>
          </a:xfrm>
        </p:spPr>
        <p:txBody>
          <a:bodyPr lIns="288000"/>
          <a:lstStyle>
            <a:lvl1pPr>
              <a:buClr>
                <a:srgbClr val="00B050"/>
              </a:buClr>
              <a:buFont typeface="Wingdings" pitchFamily="2" charset="2"/>
              <a:buChar char="Ø"/>
              <a:defRPr/>
            </a:lvl1pPr>
            <a:lvl2pPr>
              <a:buClr>
                <a:srgbClr val="00B050"/>
              </a:buClr>
              <a:buFont typeface="Wingdings" pitchFamily="2" charset="2"/>
              <a:buChar char="§"/>
              <a:defRPr/>
            </a:lvl2pPr>
            <a:lvl3pPr>
              <a:buClr>
                <a:srgbClr val="00B050"/>
              </a:buClr>
              <a:buFont typeface="Wingdings" pitchFamily="2" charset="2"/>
              <a:buChar char="§"/>
              <a:defRPr sz="1800"/>
            </a:lvl3pPr>
            <a:lvl4pPr>
              <a:buClr>
                <a:srgbClr val="00B050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</a:defRPr>
            </a:lvl4pPr>
            <a:lvl5pPr>
              <a:buClr>
                <a:srgbClr val="00B050"/>
              </a:buClr>
              <a:buFont typeface="Wingdings" pitchFamily="2" charset="2"/>
              <a:buChar char="Ø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4170962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1313508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 rot="5400000">
            <a:off x="2147886" y="-614360"/>
            <a:ext cx="4848228" cy="8896350"/>
          </a:xfrm>
        </p:spPr>
        <p:txBody>
          <a:bodyPr lIns="288000"/>
          <a:lstStyle>
            <a:lvl1pPr>
              <a:buClr>
                <a:srgbClr val="00B050"/>
              </a:buClr>
              <a:buFont typeface="Wingdings" pitchFamily="2" charset="2"/>
              <a:buChar char="Ø"/>
              <a:defRPr/>
            </a:lvl1pPr>
            <a:lvl2pPr>
              <a:buClr>
                <a:srgbClr val="00B050"/>
              </a:buClr>
              <a:buFont typeface="Wingdings" pitchFamily="2" charset="2"/>
              <a:buChar char="§"/>
              <a:defRPr/>
            </a:lvl2pPr>
            <a:lvl3pPr>
              <a:buClr>
                <a:srgbClr val="00B050"/>
              </a:buClr>
              <a:buFont typeface="Wingdings" pitchFamily="2" charset="2"/>
              <a:buChar char="§"/>
              <a:defRPr sz="1800"/>
            </a:lvl3pPr>
            <a:lvl4pPr>
              <a:buClr>
                <a:srgbClr val="00B050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</a:defRPr>
            </a:lvl4pPr>
            <a:lvl5pPr>
              <a:buClr>
                <a:srgbClr val="00B050"/>
              </a:buClr>
              <a:buFont typeface="Wingdings" pitchFamily="2" charset="2"/>
              <a:buChar char="Ø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29032320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58000" y="0"/>
            <a:ext cx="2286000" cy="6232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 rot="5400000">
            <a:off x="542923" y="28577"/>
            <a:ext cx="5810254" cy="6648450"/>
          </a:xfrm>
        </p:spPr>
        <p:txBody>
          <a:bodyPr lIns="288000"/>
          <a:lstStyle>
            <a:lvl1pPr>
              <a:buClr>
                <a:srgbClr val="00B050"/>
              </a:buClr>
              <a:buFont typeface="Wingdings" pitchFamily="2" charset="2"/>
              <a:buChar char="Ø"/>
              <a:defRPr/>
            </a:lvl1pPr>
            <a:lvl2pPr>
              <a:buClr>
                <a:srgbClr val="00B050"/>
              </a:buClr>
              <a:buFont typeface="Wingdings" pitchFamily="2" charset="2"/>
              <a:buChar char="§"/>
              <a:defRPr/>
            </a:lvl2pPr>
            <a:lvl3pPr>
              <a:buClr>
                <a:srgbClr val="00B050"/>
              </a:buClr>
              <a:buFont typeface="Wingdings" pitchFamily="2" charset="2"/>
              <a:buChar char="§"/>
              <a:defRPr sz="1800"/>
            </a:lvl3pPr>
            <a:lvl4pPr>
              <a:buClr>
                <a:srgbClr val="00B050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</a:defRPr>
            </a:lvl4pPr>
            <a:lvl5pPr>
              <a:buClr>
                <a:srgbClr val="00B050"/>
              </a:buClr>
              <a:buFont typeface="Wingdings" pitchFamily="2" charset="2"/>
              <a:buChar char="Ø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25373071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343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0" y="1598613"/>
            <a:ext cx="4495800" cy="46339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598613"/>
            <a:ext cx="4495800" cy="46339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180319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7BB23047-AE47-9FD3-B3CE-8712EACC642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black">
          <a:xfrm>
            <a:off x="0" y="0"/>
            <a:ext cx="9144000" cy="1343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72000" tIns="252000" rIns="72000" bIns="360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en-US"/>
              <a:t>Click to modify the title style</a:t>
            </a:r>
          </a:p>
        </p:txBody>
      </p:sp>
      <p:sp>
        <p:nvSpPr>
          <p:cNvPr id="1048" name="Rectangle 24">
            <a:extLst>
              <a:ext uri="{FF2B5EF4-FFF2-40B4-BE49-F238E27FC236}">
                <a16:creationId xmlns:a16="http://schemas.microsoft.com/office/drawing/2014/main" id="{3A2EADE7-38F0-BEF0-F4DB-60847913779F}"/>
              </a:ext>
            </a:extLst>
          </p:cNvPr>
          <p:cNvSpPr>
            <a:spLocks noChangeArrowheads="1"/>
          </p:cNvSpPr>
          <p:nvPr/>
        </p:nvSpPr>
        <p:spPr bwMode="white">
          <a:xfrm>
            <a:off x="0" y="6278563"/>
            <a:ext cx="9144000" cy="579437"/>
          </a:xfrm>
          <a:prstGeom prst="rect">
            <a:avLst/>
          </a:prstGeom>
          <a:solidFill>
            <a:schemeClr val="bg2"/>
          </a:solidFill>
          <a:ln w="9525" algn="ctr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 eaLnBrk="0" hangingPunct="0">
              <a:lnSpc>
                <a:spcPct val="85000"/>
              </a:lnSpc>
              <a:defRPr/>
            </a:pPr>
            <a:endParaRPr lang="en-GB">
              <a:latin typeface="Arial" charset="0"/>
              <a:cs typeface="Arial" charset="0"/>
            </a:endParaRPr>
          </a:p>
        </p:txBody>
      </p:sp>
      <p:sp>
        <p:nvSpPr>
          <p:cNvPr id="1028" name="Rectangle 3">
            <a:extLst>
              <a:ext uri="{FF2B5EF4-FFF2-40B4-BE49-F238E27FC236}">
                <a16:creationId xmlns:a16="http://schemas.microsoft.com/office/drawing/2014/main" id="{9693CDAD-C353-A9BC-F501-64360DF5C84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0" y="1598613"/>
            <a:ext cx="9144000" cy="46339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1200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en-US"/>
              <a:t>First Level</a:t>
            </a:r>
          </a:p>
          <a:p>
            <a:pPr lvl="1"/>
            <a:r>
              <a:rPr lang="en-GB" altLang="en-US"/>
              <a:t>Second Level</a:t>
            </a:r>
          </a:p>
          <a:p>
            <a:pPr lvl="2"/>
            <a:r>
              <a:rPr lang="en-GB" altLang="en-US"/>
              <a:t>Third Level</a:t>
            </a:r>
          </a:p>
          <a:p>
            <a:pPr lvl="3"/>
            <a:r>
              <a:rPr lang="en-GB" altLang="en-US"/>
              <a:t>Fourth Level</a:t>
            </a:r>
          </a:p>
        </p:txBody>
      </p:sp>
      <p:sp>
        <p:nvSpPr>
          <p:cNvPr id="1047" name="Freeform 23">
            <a:extLst>
              <a:ext uri="{FF2B5EF4-FFF2-40B4-BE49-F238E27FC236}">
                <a16:creationId xmlns:a16="http://schemas.microsoft.com/office/drawing/2014/main" id="{FA80FFB9-C3D6-A100-6F04-132BA2147EF7}"/>
              </a:ext>
            </a:extLst>
          </p:cNvPr>
          <p:cNvSpPr>
            <a:spLocks/>
          </p:cNvSpPr>
          <p:nvPr/>
        </p:nvSpPr>
        <p:spPr bwMode="auto">
          <a:xfrm>
            <a:off x="0" y="0"/>
            <a:ext cx="3190875" cy="1235075"/>
          </a:xfrm>
          <a:custGeom>
            <a:avLst/>
            <a:gdLst/>
            <a:ahLst/>
            <a:cxnLst>
              <a:cxn ang="0">
                <a:pos x="0" y="0"/>
              </a:cxn>
              <a:cxn ang="0">
                <a:pos x="1" y="405"/>
              </a:cxn>
              <a:cxn ang="0">
                <a:pos x="1048" y="0"/>
              </a:cxn>
              <a:cxn ang="0">
                <a:pos x="0" y="0"/>
              </a:cxn>
            </a:cxnLst>
            <a:rect l="0" t="0" r="r" b="b"/>
            <a:pathLst>
              <a:path w="1048" h="405">
                <a:moveTo>
                  <a:pt x="0" y="0"/>
                </a:moveTo>
                <a:cubicBezTo>
                  <a:pt x="1" y="405"/>
                  <a:pt x="1" y="405"/>
                  <a:pt x="1" y="405"/>
                </a:cubicBezTo>
                <a:cubicBezTo>
                  <a:pt x="32" y="191"/>
                  <a:pt x="804" y="1"/>
                  <a:pt x="1048" y="0"/>
                </a:cubicBez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9525">
            <a:noFill/>
            <a:round/>
            <a:headEnd/>
            <a:tailEnd/>
          </a:ln>
        </p:spPr>
        <p:txBody>
          <a:bodyPr/>
          <a:lstStyle/>
          <a:p>
            <a:pPr algn="ctr" eaLnBrk="0" hangingPunct="0">
              <a:lnSpc>
                <a:spcPct val="85000"/>
              </a:lnSpc>
              <a:defRPr/>
            </a:pPr>
            <a:endParaRPr lang="en-GB">
              <a:latin typeface="Arial" charset="0"/>
              <a:cs typeface="Arial" charset="0"/>
            </a:endParaRPr>
          </a:p>
        </p:txBody>
      </p:sp>
      <p:sp>
        <p:nvSpPr>
          <p:cNvPr id="1050" name="Rectangle 26">
            <a:extLst>
              <a:ext uri="{FF2B5EF4-FFF2-40B4-BE49-F238E27FC236}">
                <a16:creationId xmlns:a16="http://schemas.microsoft.com/office/drawing/2014/main" id="{E09497EB-9190-B698-B54C-990CD37B85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288" y="6300788"/>
            <a:ext cx="9177337" cy="17462"/>
          </a:xfrm>
          <a:prstGeom prst="rect">
            <a:avLst/>
          </a:prstGeom>
          <a:gradFill rotWithShape="1">
            <a:gsLst>
              <a:gs pos="0">
                <a:schemeClr val="tx2">
                  <a:gamma/>
                  <a:tint val="22353"/>
                  <a:invGamma/>
                </a:schemeClr>
              </a:gs>
              <a:gs pos="100000">
                <a:schemeClr val="tx2"/>
              </a:gs>
            </a:gsLst>
            <a:lin ang="0" scaled="1"/>
          </a:gradFill>
          <a:ln w="9525" algn="ctr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 eaLnBrk="0" hangingPunct="0">
              <a:lnSpc>
                <a:spcPct val="85000"/>
              </a:lnSpc>
              <a:defRPr/>
            </a:pPr>
            <a:endParaRPr lang="en-GB">
              <a:latin typeface="Arial" charset="0"/>
              <a:cs typeface="Arial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07" r:id="rId1"/>
    <p:sldLayoutId id="2147483797" r:id="rId2"/>
    <p:sldLayoutId id="2147483798" r:id="rId3"/>
    <p:sldLayoutId id="2147483799" r:id="rId4"/>
    <p:sldLayoutId id="2147483800" r:id="rId5"/>
    <p:sldLayoutId id="2147483801" r:id="rId6"/>
    <p:sldLayoutId id="2147483802" r:id="rId7"/>
    <p:sldLayoutId id="2147483803" r:id="rId8"/>
    <p:sldLayoutId id="2147483804" r:id="rId9"/>
    <p:sldLayoutId id="2147483805" r:id="rId10"/>
    <p:sldLayoutId id="2147483806" r:id="rId11"/>
  </p:sldLayoutIdLst>
  <p:txStyles>
    <p:titleStyle>
      <a:lvl1pPr marL="1255713" indent="-1255713" algn="ctr" rtl="0" eaLnBrk="0" fontAlgn="base" hangingPunct="0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+mj-lt"/>
          <a:ea typeface="+mj-ea"/>
          <a:cs typeface="+mj-cs"/>
        </a:defRPr>
      </a:lvl1pPr>
      <a:lvl2pPr marL="1255713" indent="-1255713" algn="ctr" rtl="0" eaLnBrk="0" fontAlgn="base" hangingPunct="0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Arial" charset="0"/>
          <a:cs typeface="Arial" charset="0"/>
        </a:defRPr>
      </a:lvl2pPr>
      <a:lvl3pPr marL="1255713" indent="-1255713" algn="ctr" rtl="0" eaLnBrk="0" fontAlgn="base" hangingPunct="0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Arial" charset="0"/>
          <a:cs typeface="Arial" charset="0"/>
        </a:defRPr>
      </a:lvl3pPr>
      <a:lvl4pPr marL="1255713" indent="-1255713" algn="ctr" rtl="0" eaLnBrk="0" fontAlgn="base" hangingPunct="0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Arial" charset="0"/>
          <a:cs typeface="Arial" charset="0"/>
        </a:defRPr>
      </a:lvl4pPr>
      <a:lvl5pPr marL="1255713" indent="-1255713" algn="ctr" rtl="0" eaLnBrk="0" fontAlgn="base" hangingPunct="0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Arial" charset="0"/>
          <a:cs typeface="Arial" charset="0"/>
        </a:defRPr>
      </a:lvl5pPr>
      <a:lvl6pPr marL="1712913" algn="ctr" rtl="0" eaLnBrk="1" fontAlgn="base" hangingPunct="1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Arial" charset="0"/>
          <a:cs typeface="Arial" charset="0"/>
        </a:defRPr>
      </a:lvl6pPr>
      <a:lvl7pPr marL="2170113" algn="ctr" rtl="0" eaLnBrk="1" fontAlgn="base" hangingPunct="1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Arial" charset="0"/>
          <a:cs typeface="Arial" charset="0"/>
        </a:defRPr>
      </a:lvl7pPr>
      <a:lvl8pPr marL="2627313" algn="ctr" rtl="0" eaLnBrk="1" fontAlgn="base" hangingPunct="1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Arial" charset="0"/>
          <a:cs typeface="Arial" charset="0"/>
        </a:defRPr>
      </a:lvl8pPr>
      <a:lvl9pPr marL="3084513" algn="ctr" rtl="0" eaLnBrk="1" fontAlgn="base" hangingPunct="1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Arial" charset="0"/>
          <a:cs typeface="Arial" charset="0"/>
        </a:defRPr>
      </a:lvl9pPr>
    </p:titleStyle>
    <p:bodyStyle>
      <a:lvl1pPr marL="273050" indent="-273050" algn="l" defTabSz="714375" rtl="0" eaLnBrk="0" fontAlgn="base" hangingPunct="0">
        <a:spcBef>
          <a:spcPct val="20000"/>
        </a:spcBef>
        <a:spcAft>
          <a:spcPct val="0"/>
        </a:spcAft>
        <a:buClr>
          <a:srgbClr val="00B050"/>
        </a:buClr>
        <a:buFont typeface="Wingdings" panose="05000000000000000000" pitchFamily="2" charset="2"/>
        <a:buChar char="Ø"/>
        <a:defRPr sz="2400">
          <a:solidFill>
            <a:schemeClr val="tx1"/>
          </a:solidFill>
          <a:latin typeface="+mn-lt"/>
          <a:ea typeface="+mn-ea"/>
          <a:cs typeface="+mn-cs"/>
        </a:defRPr>
      </a:lvl1pPr>
      <a:lvl2pPr marL="738188" indent="-285750" algn="l" defTabSz="714375" rtl="0" eaLnBrk="0" fontAlgn="base" hangingPunct="0">
        <a:spcBef>
          <a:spcPct val="20000"/>
        </a:spcBef>
        <a:spcAft>
          <a:spcPct val="0"/>
        </a:spcAft>
        <a:buClr>
          <a:srgbClr val="00B050"/>
        </a:buClr>
        <a:buFont typeface="Wingdings" panose="05000000000000000000" pitchFamily="2" charset="2"/>
        <a:buChar char="§"/>
        <a:defRPr sz="2000">
          <a:solidFill>
            <a:schemeClr val="tx1"/>
          </a:solidFill>
          <a:latin typeface="+mn-lt"/>
          <a:cs typeface="+mn-cs"/>
        </a:defRPr>
      </a:lvl2pPr>
      <a:lvl3pPr marL="1146175" indent="-228600" algn="l" defTabSz="714375" rtl="0" eaLnBrk="0" fontAlgn="base" hangingPunct="0">
        <a:spcBef>
          <a:spcPct val="20000"/>
        </a:spcBef>
        <a:spcAft>
          <a:spcPct val="0"/>
        </a:spcAft>
        <a:buClr>
          <a:srgbClr val="00B050"/>
        </a:buClr>
        <a:buFont typeface="Wingdings" panose="05000000000000000000" pitchFamily="2" charset="2"/>
        <a:buChar char="§"/>
        <a:defRPr>
          <a:solidFill>
            <a:schemeClr val="tx1"/>
          </a:solidFill>
          <a:latin typeface="+mn-lt"/>
          <a:cs typeface="+mn-cs"/>
        </a:defRPr>
      </a:lvl3pPr>
      <a:lvl4pPr marL="1554163" indent="-228600" algn="l" defTabSz="714375" rtl="0" eaLnBrk="0" fontAlgn="base" hangingPunct="0">
        <a:spcBef>
          <a:spcPct val="20000"/>
        </a:spcBef>
        <a:spcAft>
          <a:spcPct val="0"/>
        </a:spcAft>
        <a:buClr>
          <a:srgbClr val="00B050"/>
        </a:buClr>
        <a:buFont typeface="Wingdings" panose="05000000000000000000" pitchFamily="2" charset="2"/>
        <a:buChar char="§"/>
        <a:defRPr sz="1600">
          <a:solidFill>
            <a:schemeClr val="tx1"/>
          </a:solidFill>
          <a:latin typeface="+mn-lt"/>
          <a:cs typeface="+mn-cs"/>
        </a:defRPr>
      </a:lvl4pPr>
      <a:lvl5pPr marL="2230438" indent="-228600" algn="l" defTabSz="714375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5pPr>
      <a:lvl6pPr marL="2687638" indent="-228600" algn="l" defTabSz="714375" rtl="0" eaLnBrk="1" fontAlgn="base" hangingPunct="1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  <a:cs typeface="+mn-cs"/>
        </a:defRPr>
      </a:lvl6pPr>
      <a:lvl7pPr marL="3144838" indent="-228600" algn="l" defTabSz="714375" rtl="0" eaLnBrk="1" fontAlgn="base" hangingPunct="1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  <a:cs typeface="+mn-cs"/>
        </a:defRPr>
      </a:lvl7pPr>
      <a:lvl8pPr marL="3602038" indent="-228600" algn="l" defTabSz="714375" rtl="0" eaLnBrk="1" fontAlgn="base" hangingPunct="1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  <a:cs typeface="+mn-cs"/>
        </a:defRPr>
      </a:lvl8pPr>
      <a:lvl9pPr marL="4059238" indent="-228600" algn="l" defTabSz="714375" rtl="0" eaLnBrk="1" fontAlgn="base" hangingPunct="1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7" name="Freeform 7">
            <a:extLst>
              <a:ext uri="{FF2B5EF4-FFF2-40B4-BE49-F238E27FC236}">
                <a16:creationId xmlns:a16="http://schemas.microsoft.com/office/drawing/2014/main" id="{D01ED86F-3521-44BC-E210-98CF2DA91679}"/>
              </a:ext>
            </a:extLst>
          </p:cNvPr>
          <p:cNvSpPr>
            <a:spLocks/>
          </p:cNvSpPr>
          <p:nvPr/>
        </p:nvSpPr>
        <p:spPr bwMode="auto">
          <a:xfrm>
            <a:off x="-14288" y="-28575"/>
            <a:ext cx="9166226" cy="6896100"/>
          </a:xfrm>
          <a:custGeom>
            <a:avLst/>
            <a:gdLst/>
            <a:ahLst/>
            <a:cxnLst>
              <a:cxn ang="0">
                <a:pos x="0" y="3797"/>
              </a:cxn>
              <a:cxn ang="0">
                <a:pos x="0" y="3252"/>
              </a:cxn>
              <a:cxn ang="0">
                <a:pos x="0" y="2159"/>
              </a:cxn>
              <a:cxn ang="0">
                <a:pos x="0" y="1611"/>
              </a:cxn>
              <a:cxn ang="0">
                <a:pos x="0" y="523"/>
              </a:cxn>
              <a:cxn ang="0">
                <a:pos x="0" y="387"/>
              </a:cxn>
              <a:cxn ang="0">
                <a:pos x="5760" y="9"/>
              </a:cxn>
              <a:cxn ang="0">
                <a:pos x="5760" y="312"/>
              </a:cxn>
              <a:cxn ang="0">
                <a:pos x="5760" y="377"/>
              </a:cxn>
              <a:cxn ang="0">
                <a:pos x="5760" y="786"/>
              </a:cxn>
              <a:cxn ang="0">
                <a:pos x="5760" y="1060"/>
              </a:cxn>
              <a:cxn ang="0">
                <a:pos x="5760" y="1262"/>
              </a:cxn>
              <a:cxn ang="0">
                <a:pos x="5758" y="1283"/>
              </a:cxn>
              <a:cxn ang="0">
                <a:pos x="5747" y="1301"/>
              </a:cxn>
              <a:cxn ang="0">
                <a:pos x="5719" y="1339"/>
              </a:cxn>
              <a:cxn ang="0">
                <a:pos x="5650" y="1406"/>
              </a:cxn>
              <a:cxn ang="0">
                <a:pos x="5597" y="1445"/>
              </a:cxn>
              <a:cxn ang="0">
                <a:pos x="5480" y="1515"/>
              </a:cxn>
              <a:cxn ang="0">
                <a:pos x="5295" y="1608"/>
              </a:cxn>
              <a:cxn ang="0">
                <a:pos x="5161" y="1663"/>
              </a:cxn>
              <a:cxn ang="0">
                <a:pos x="4893" y="1759"/>
              </a:cxn>
              <a:cxn ang="0">
                <a:pos x="4615" y="1845"/>
              </a:cxn>
              <a:cxn ang="0">
                <a:pos x="4188" y="1958"/>
              </a:cxn>
              <a:cxn ang="0">
                <a:pos x="3902" y="2027"/>
              </a:cxn>
              <a:cxn ang="0">
                <a:pos x="3614" y="2089"/>
              </a:cxn>
              <a:cxn ang="0">
                <a:pos x="2993" y="2192"/>
              </a:cxn>
              <a:cxn ang="0">
                <a:pos x="2444" y="2281"/>
              </a:cxn>
              <a:cxn ang="0">
                <a:pos x="2160" y="2348"/>
              </a:cxn>
              <a:cxn ang="0">
                <a:pos x="1880" y="2427"/>
              </a:cxn>
              <a:cxn ang="0">
                <a:pos x="1609" y="2517"/>
              </a:cxn>
              <a:cxn ang="0">
                <a:pos x="1410" y="2596"/>
              </a:cxn>
              <a:cxn ang="0">
                <a:pos x="1284" y="2655"/>
              </a:cxn>
              <a:cxn ang="0">
                <a:pos x="1102" y="2749"/>
              </a:cxn>
              <a:cxn ang="0">
                <a:pos x="931" y="2859"/>
              </a:cxn>
              <a:cxn ang="0">
                <a:pos x="822" y="2938"/>
              </a:cxn>
              <a:cxn ang="0">
                <a:pos x="672" y="3069"/>
              </a:cxn>
              <a:cxn ang="0">
                <a:pos x="531" y="3207"/>
              </a:cxn>
              <a:cxn ang="0">
                <a:pos x="447" y="3308"/>
              </a:cxn>
              <a:cxn ang="0">
                <a:pos x="329" y="3468"/>
              </a:cxn>
              <a:cxn ang="0">
                <a:pos x="227" y="3636"/>
              </a:cxn>
              <a:cxn ang="0">
                <a:pos x="167" y="3755"/>
              </a:cxn>
              <a:cxn ang="0">
                <a:pos x="92" y="3940"/>
              </a:cxn>
              <a:cxn ang="0">
                <a:pos x="35" y="4130"/>
              </a:cxn>
              <a:cxn ang="0">
                <a:pos x="7" y="4268"/>
              </a:cxn>
            </a:cxnLst>
            <a:rect l="0" t="0" r="r" b="b"/>
            <a:pathLst>
              <a:path w="5760" h="4339">
                <a:moveTo>
                  <a:pt x="0" y="4339"/>
                </a:moveTo>
                <a:lnTo>
                  <a:pt x="0" y="4339"/>
                </a:lnTo>
                <a:lnTo>
                  <a:pt x="0" y="3797"/>
                </a:lnTo>
                <a:lnTo>
                  <a:pt x="0" y="3797"/>
                </a:lnTo>
                <a:lnTo>
                  <a:pt x="0" y="3252"/>
                </a:lnTo>
                <a:lnTo>
                  <a:pt x="0" y="3252"/>
                </a:lnTo>
                <a:lnTo>
                  <a:pt x="0" y="2705"/>
                </a:lnTo>
                <a:lnTo>
                  <a:pt x="0" y="2705"/>
                </a:lnTo>
                <a:lnTo>
                  <a:pt x="0" y="2159"/>
                </a:lnTo>
                <a:lnTo>
                  <a:pt x="0" y="2159"/>
                </a:lnTo>
                <a:lnTo>
                  <a:pt x="0" y="1611"/>
                </a:lnTo>
                <a:lnTo>
                  <a:pt x="0" y="1611"/>
                </a:lnTo>
                <a:lnTo>
                  <a:pt x="0" y="1066"/>
                </a:lnTo>
                <a:lnTo>
                  <a:pt x="0" y="1066"/>
                </a:lnTo>
                <a:lnTo>
                  <a:pt x="0" y="523"/>
                </a:lnTo>
                <a:lnTo>
                  <a:pt x="0" y="523"/>
                </a:lnTo>
                <a:lnTo>
                  <a:pt x="0" y="387"/>
                </a:lnTo>
                <a:lnTo>
                  <a:pt x="0" y="387"/>
                </a:lnTo>
                <a:lnTo>
                  <a:pt x="0" y="0"/>
                </a:lnTo>
                <a:lnTo>
                  <a:pt x="155" y="9"/>
                </a:lnTo>
                <a:lnTo>
                  <a:pt x="5760" y="9"/>
                </a:lnTo>
                <a:lnTo>
                  <a:pt x="5760" y="310"/>
                </a:lnTo>
                <a:lnTo>
                  <a:pt x="5760" y="312"/>
                </a:lnTo>
                <a:lnTo>
                  <a:pt x="5760" y="312"/>
                </a:lnTo>
                <a:lnTo>
                  <a:pt x="5760" y="344"/>
                </a:lnTo>
                <a:lnTo>
                  <a:pt x="5760" y="377"/>
                </a:lnTo>
                <a:lnTo>
                  <a:pt x="5760" y="377"/>
                </a:lnTo>
                <a:lnTo>
                  <a:pt x="5760" y="512"/>
                </a:lnTo>
                <a:lnTo>
                  <a:pt x="5760" y="512"/>
                </a:lnTo>
                <a:lnTo>
                  <a:pt x="5760" y="786"/>
                </a:lnTo>
                <a:lnTo>
                  <a:pt x="5760" y="786"/>
                </a:lnTo>
                <a:lnTo>
                  <a:pt x="5760" y="1060"/>
                </a:lnTo>
                <a:lnTo>
                  <a:pt x="5760" y="1060"/>
                </a:lnTo>
                <a:lnTo>
                  <a:pt x="5760" y="1195"/>
                </a:lnTo>
                <a:lnTo>
                  <a:pt x="5760" y="1195"/>
                </a:lnTo>
                <a:lnTo>
                  <a:pt x="5760" y="1262"/>
                </a:lnTo>
                <a:lnTo>
                  <a:pt x="5760" y="1262"/>
                </a:lnTo>
                <a:lnTo>
                  <a:pt x="5758" y="1276"/>
                </a:lnTo>
                <a:lnTo>
                  <a:pt x="5758" y="1283"/>
                </a:lnTo>
                <a:lnTo>
                  <a:pt x="5755" y="1289"/>
                </a:lnTo>
                <a:lnTo>
                  <a:pt x="5755" y="1289"/>
                </a:lnTo>
                <a:lnTo>
                  <a:pt x="5747" y="1301"/>
                </a:lnTo>
                <a:lnTo>
                  <a:pt x="5740" y="1315"/>
                </a:lnTo>
                <a:lnTo>
                  <a:pt x="5740" y="1315"/>
                </a:lnTo>
                <a:lnTo>
                  <a:pt x="5719" y="1339"/>
                </a:lnTo>
                <a:lnTo>
                  <a:pt x="5699" y="1363"/>
                </a:lnTo>
                <a:lnTo>
                  <a:pt x="5674" y="1385"/>
                </a:lnTo>
                <a:lnTo>
                  <a:pt x="5650" y="1406"/>
                </a:lnTo>
                <a:lnTo>
                  <a:pt x="5650" y="1406"/>
                </a:lnTo>
                <a:lnTo>
                  <a:pt x="5624" y="1426"/>
                </a:lnTo>
                <a:lnTo>
                  <a:pt x="5597" y="1445"/>
                </a:lnTo>
                <a:lnTo>
                  <a:pt x="5541" y="1481"/>
                </a:lnTo>
                <a:lnTo>
                  <a:pt x="5541" y="1481"/>
                </a:lnTo>
                <a:lnTo>
                  <a:pt x="5480" y="1515"/>
                </a:lnTo>
                <a:lnTo>
                  <a:pt x="5419" y="1548"/>
                </a:lnTo>
                <a:lnTo>
                  <a:pt x="5356" y="1579"/>
                </a:lnTo>
                <a:lnTo>
                  <a:pt x="5295" y="1608"/>
                </a:lnTo>
                <a:lnTo>
                  <a:pt x="5295" y="1608"/>
                </a:lnTo>
                <a:lnTo>
                  <a:pt x="5229" y="1636"/>
                </a:lnTo>
                <a:lnTo>
                  <a:pt x="5161" y="1663"/>
                </a:lnTo>
                <a:lnTo>
                  <a:pt x="5096" y="1689"/>
                </a:lnTo>
                <a:lnTo>
                  <a:pt x="5028" y="1713"/>
                </a:lnTo>
                <a:lnTo>
                  <a:pt x="4893" y="1759"/>
                </a:lnTo>
                <a:lnTo>
                  <a:pt x="4756" y="1804"/>
                </a:lnTo>
                <a:lnTo>
                  <a:pt x="4756" y="1804"/>
                </a:lnTo>
                <a:lnTo>
                  <a:pt x="4615" y="1845"/>
                </a:lnTo>
                <a:lnTo>
                  <a:pt x="4472" y="1885"/>
                </a:lnTo>
                <a:lnTo>
                  <a:pt x="4332" y="1920"/>
                </a:lnTo>
                <a:lnTo>
                  <a:pt x="4188" y="1958"/>
                </a:lnTo>
                <a:lnTo>
                  <a:pt x="4188" y="1958"/>
                </a:lnTo>
                <a:lnTo>
                  <a:pt x="4046" y="1993"/>
                </a:lnTo>
                <a:lnTo>
                  <a:pt x="3902" y="2027"/>
                </a:lnTo>
                <a:lnTo>
                  <a:pt x="3758" y="2059"/>
                </a:lnTo>
                <a:lnTo>
                  <a:pt x="3614" y="2089"/>
                </a:lnTo>
                <a:lnTo>
                  <a:pt x="3614" y="2089"/>
                </a:lnTo>
                <a:lnTo>
                  <a:pt x="3511" y="2108"/>
                </a:lnTo>
                <a:lnTo>
                  <a:pt x="3363" y="2133"/>
                </a:lnTo>
                <a:lnTo>
                  <a:pt x="2993" y="2192"/>
                </a:lnTo>
                <a:lnTo>
                  <a:pt x="2641" y="2248"/>
                </a:lnTo>
                <a:lnTo>
                  <a:pt x="2515" y="2267"/>
                </a:lnTo>
                <a:lnTo>
                  <a:pt x="2444" y="2281"/>
                </a:lnTo>
                <a:lnTo>
                  <a:pt x="2444" y="2281"/>
                </a:lnTo>
                <a:lnTo>
                  <a:pt x="2302" y="2312"/>
                </a:lnTo>
                <a:lnTo>
                  <a:pt x="2160" y="2348"/>
                </a:lnTo>
                <a:lnTo>
                  <a:pt x="2018" y="2386"/>
                </a:lnTo>
                <a:lnTo>
                  <a:pt x="1880" y="2427"/>
                </a:lnTo>
                <a:lnTo>
                  <a:pt x="1880" y="2427"/>
                </a:lnTo>
                <a:lnTo>
                  <a:pt x="1742" y="2470"/>
                </a:lnTo>
                <a:lnTo>
                  <a:pt x="1677" y="2494"/>
                </a:lnTo>
                <a:lnTo>
                  <a:pt x="1609" y="2517"/>
                </a:lnTo>
                <a:lnTo>
                  <a:pt x="1541" y="2543"/>
                </a:lnTo>
                <a:lnTo>
                  <a:pt x="1475" y="2569"/>
                </a:lnTo>
                <a:lnTo>
                  <a:pt x="1410" y="2596"/>
                </a:lnTo>
                <a:lnTo>
                  <a:pt x="1346" y="2625"/>
                </a:lnTo>
                <a:lnTo>
                  <a:pt x="1346" y="2625"/>
                </a:lnTo>
                <a:lnTo>
                  <a:pt x="1284" y="2655"/>
                </a:lnTo>
                <a:lnTo>
                  <a:pt x="1222" y="2684"/>
                </a:lnTo>
                <a:lnTo>
                  <a:pt x="1162" y="2717"/>
                </a:lnTo>
                <a:lnTo>
                  <a:pt x="1102" y="2749"/>
                </a:lnTo>
                <a:lnTo>
                  <a:pt x="1043" y="2785"/>
                </a:lnTo>
                <a:lnTo>
                  <a:pt x="988" y="2821"/>
                </a:lnTo>
                <a:lnTo>
                  <a:pt x="931" y="2859"/>
                </a:lnTo>
                <a:lnTo>
                  <a:pt x="876" y="2899"/>
                </a:lnTo>
                <a:lnTo>
                  <a:pt x="876" y="2899"/>
                </a:lnTo>
                <a:lnTo>
                  <a:pt x="822" y="2938"/>
                </a:lnTo>
                <a:lnTo>
                  <a:pt x="771" y="2980"/>
                </a:lnTo>
                <a:lnTo>
                  <a:pt x="720" y="3023"/>
                </a:lnTo>
                <a:lnTo>
                  <a:pt x="672" y="3069"/>
                </a:lnTo>
                <a:lnTo>
                  <a:pt x="623" y="3113"/>
                </a:lnTo>
                <a:lnTo>
                  <a:pt x="576" y="3159"/>
                </a:lnTo>
                <a:lnTo>
                  <a:pt x="531" y="3207"/>
                </a:lnTo>
                <a:lnTo>
                  <a:pt x="487" y="3257"/>
                </a:lnTo>
                <a:lnTo>
                  <a:pt x="487" y="3257"/>
                </a:lnTo>
                <a:lnTo>
                  <a:pt x="447" y="3308"/>
                </a:lnTo>
                <a:lnTo>
                  <a:pt x="406" y="3360"/>
                </a:lnTo>
                <a:lnTo>
                  <a:pt x="366" y="3413"/>
                </a:lnTo>
                <a:lnTo>
                  <a:pt x="329" y="3468"/>
                </a:lnTo>
                <a:lnTo>
                  <a:pt x="292" y="3523"/>
                </a:lnTo>
                <a:lnTo>
                  <a:pt x="258" y="3579"/>
                </a:lnTo>
                <a:lnTo>
                  <a:pt x="227" y="3636"/>
                </a:lnTo>
                <a:lnTo>
                  <a:pt x="197" y="3694"/>
                </a:lnTo>
                <a:lnTo>
                  <a:pt x="197" y="3694"/>
                </a:lnTo>
                <a:lnTo>
                  <a:pt x="167" y="3755"/>
                </a:lnTo>
                <a:lnTo>
                  <a:pt x="140" y="3814"/>
                </a:lnTo>
                <a:lnTo>
                  <a:pt x="114" y="3876"/>
                </a:lnTo>
                <a:lnTo>
                  <a:pt x="92" y="3940"/>
                </a:lnTo>
                <a:lnTo>
                  <a:pt x="71" y="4003"/>
                </a:lnTo>
                <a:lnTo>
                  <a:pt x="53" y="4067"/>
                </a:lnTo>
                <a:lnTo>
                  <a:pt x="35" y="4130"/>
                </a:lnTo>
                <a:lnTo>
                  <a:pt x="20" y="4195"/>
                </a:lnTo>
                <a:lnTo>
                  <a:pt x="20" y="4195"/>
                </a:lnTo>
                <a:lnTo>
                  <a:pt x="7" y="4268"/>
                </a:lnTo>
                <a:lnTo>
                  <a:pt x="4" y="4303"/>
                </a:lnTo>
                <a:lnTo>
                  <a:pt x="0" y="4339"/>
                </a:lnTo>
                <a:close/>
              </a:path>
            </a:pathLst>
          </a:custGeom>
          <a:solidFill>
            <a:schemeClr val="bg2"/>
          </a:solidFill>
          <a:ln w="9525">
            <a:noFill/>
            <a:round/>
            <a:headEnd/>
            <a:tailEnd/>
          </a:ln>
        </p:spPr>
        <p:txBody>
          <a:bodyPr/>
          <a:lstStyle/>
          <a:p>
            <a:pPr algn="ctr" eaLnBrk="0" hangingPunct="0">
              <a:lnSpc>
                <a:spcPct val="85000"/>
              </a:lnSpc>
              <a:defRPr/>
            </a:pPr>
            <a:endParaRPr lang="en-GB">
              <a:latin typeface="Arial" charset="0"/>
              <a:cs typeface="Arial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r" rtl="0" eaLnBrk="0" fontAlgn="base" hangingPunct="0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+mj-lt"/>
          <a:ea typeface="+mj-ea"/>
          <a:cs typeface="+mj-cs"/>
        </a:defRPr>
      </a:lvl1pPr>
      <a:lvl2pPr algn="r" rtl="0" eaLnBrk="0" fontAlgn="base" hangingPunct="0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2pPr>
      <a:lvl3pPr algn="r" rtl="0" eaLnBrk="0" fontAlgn="base" hangingPunct="0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3pPr>
      <a:lvl4pPr algn="r" rtl="0" eaLnBrk="0" fontAlgn="base" hangingPunct="0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4pPr>
      <a:lvl5pPr algn="r" rtl="0" eaLnBrk="0" fontAlgn="base" hangingPunct="0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5pPr>
      <a:lvl6pPr marL="457200" algn="r" rtl="0" fontAlgn="base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6pPr>
      <a:lvl7pPr marL="914400" algn="r" rtl="0" fontAlgn="base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7pPr>
      <a:lvl8pPr marL="1371600" algn="r" rtl="0" fontAlgn="base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8pPr>
      <a:lvl9pPr marL="1828800" algn="r" rtl="0" fontAlgn="base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9pPr>
    </p:titleStyle>
    <p:bodyStyle>
      <a:lvl1pPr marL="342900" indent="-342900" algn="r" rtl="0" eaLnBrk="0" fontAlgn="base" hangingPunct="0">
        <a:spcBef>
          <a:spcPct val="20000"/>
        </a:spcBef>
        <a:spcAft>
          <a:spcPct val="0"/>
        </a:spcAft>
        <a:buChar char="•"/>
        <a:defRPr sz="1600">
          <a:solidFill>
            <a:schemeClr val="bg2"/>
          </a:solidFill>
          <a:latin typeface="+mn-lt"/>
          <a:ea typeface="+mn-ea"/>
          <a:cs typeface="+mn-cs"/>
        </a:defRPr>
      </a:lvl1pPr>
      <a:lvl2pPr marL="742950" indent="-285750" algn="r" rtl="0" eaLnBrk="0" fontAlgn="base" hangingPunct="0">
        <a:spcBef>
          <a:spcPct val="20000"/>
        </a:spcBef>
        <a:spcAft>
          <a:spcPct val="0"/>
        </a:spcAft>
        <a:buChar char="–"/>
        <a:defRPr sz="1600">
          <a:solidFill>
            <a:schemeClr val="bg2"/>
          </a:solidFill>
          <a:latin typeface="+mn-lt"/>
          <a:cs typeface="+mn-cs"/>
        </a:defRPr>
      </a:lvl2pPr>
      <a:lvl3pPr marL="1143000" indent="-228600" algn="r" rtl="0" eaLnBrk="0" fontAlgn="base" hangingPunct="0">
        <a:spcBef>
          <a:spcPct val="20000"/>
        </a:spcBef>
        <a:spcAft>
          <a:spcPct val="0"/>
        </a:spcAft>
        <a:buChar char="•"/>
        <a:defRPr sz="1600">
          <a:solidFill>
            <a:schemeClr val="bg2"/>
          </a:solidFill>
          <a:latin typeface="+mn-lt"/>
          <a:cs typeface="+mn-cs"/>
        </a:defRPr>
      </a:lvl3pPr>
      <a:lvl4pPr marL="1600200" indent="-228600" algn="r" rtl="0" eaLnBrk="0" fontAlgn="base" hangingPunct="0">
        <a:spcBef>
          <a:spcPct val="20000"/>
        </a:spcBef>
        <a:spcAft>
          <a:spcPct val="0"/>
        </a:spcAft>
        <a:buChar char="–"/>
        <a:defRPr sz="1600">
          <a:solidFill>
            <a:schemeClr val="bg2"/>
          </a:solidFill>
          <a:latin typeface="+mn-lt"/>
          <a:cs typeface="+mn-cs"/>
        </a:defRPr>
      </a:lvl4pPr>
      <a:lvl5pPr marL="2057400" indent="-228600" algn="r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bg2"/>
          </a:solidFill>
          <a:latin typeface="+mn-lt"/>
          <a:cs typeface="+mn-cs"/>
        </a:defRPr>
      </a:lvl5pPr>
      <a:lvl6pPr marL="2514600" indent="-228600" algn="r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bg2"/>
          </a:solidFill>
          <a:latin typeface="+mn-lt"/>
          <a:cs typeface="+mn-cs"/>
        </a:defRPr>
      </a:lvl6pPr>
      <a:lvl7pPr marL="2971800" indent="-228600" algn="r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bg2"/>
          </a:solidFill>
          <a:latin typeface="+mn-lt"/>
          <a:cs typeface="+mn-cs"/>
        </a:defRPr>
      </a:lvl7pPr>
      <a:lvl8pPr marL="3429000" indent="-228600" algn="r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bg2"/>
          </a:solidFill>
          <a:latin typeface="+mn-lt"/>
          <a:cs typeface="+mn-cs"/>
        </a:defRPr>
      </a:lvl8pPr>
      <a:lvl9pPr marL="3886200" indent="-228600" algn="r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bg2"/>
          </a:solidFill>
          <a:latin typeface="+mn-lt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Text Box 5">
            <a:extLst>
              <a:ext uri="{FF2B5EF4-FFF2-40B4-BE49-F238E27FC236}">
                <a16:creationId xmlns:a16="http://schemas.microsoft.com/office/drawing/2014/main" id="{92C76ECC-7E35-10E1-0CFF-CE30D906786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20775" y="1727200"/>
            <a:ext cx="2711450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GB" altLang="en-US" sz="3200">
                <a:solidFill>
                  <a:schemeClr val="bg2"/>
                </a:solidFill>
              </a:rPr>
              <a:t>FWD Project </a:t>
            </a:r>
          </a:p>
          <a:p>
            <a:pPr eaLnBrk="1" hangingPunct="1"/>
            <a:endParaRPr lang="en-GB" altLang="en-US" sz="3200">
              <a:solidFill>
                <a:schemeClr val="bg2"/>
              </a:solidFill>
            </a:endParaRPr>
          </a:p>
        </p:txBody>
      </p:sp>
      <p:sp>
        <p:nvSpPr>
          <p:cNvPr id="5124" name="Rectangle 2">
            <a:extLst>
              <a:ext uri="{FF2B5EF4-FFF2-40B4-BE49-F238E27FC236}">
                <a16:creationId xmlns:a16="http://schemas.microsoft.com/office/drawing/2014/main" id="{72DD0308-09D6-DC9F-E5E3-470BB18DEA48}"/>
              </a:ext>
            </a:extLst>
          </p:cNvPr>
          <p:cNvSpPr>
            <a:spLocks noChangeArrowheads="1"/>
          </p:cNvSpPr>
          <p:nvPr/>
        </p:nvSpPr>
        <p:spPr bwMode="gray">
          <a:xfrm>
            <a:off x="517525" y="1838325"/>
            <a:ext cx="8191500" cy="1196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b"/>
          <a:lstStyle>
            <a:lvl1pPr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 fontAlgn="t">
              <a:spcAft>
                <a:spcPct val="25000"/>
              </a:spcAft>
            </a:pPr>
            <a:r>
              <a:rPr lang="en-AU" altLang="en-US" sz="3600"/>
              <a:t>TOGAF 9 - Core Diagrams</a:t>
            </a:r>
            <a:br>
              <a:rPr lang="en-AU" altLang="en-US" sz="3600"/>
            </a:br>
            <a:r>
              <a:rPr lang="en-AU" altLang="en-US" sz="2800"/>
              <a:t>Class Diagram</a:t>
            </a:r>
            <a:br>
              <a:rPr lang="en-AU" altLang="en-US" sz="2800"/>
            </a:br>
            <a:r>
              <a:rPr lang="en-AU" altLang="en-US" sz="2000" b="0" i="1"/>
              <a:t>Phase C – Information Systems Architectures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62" name="Rectangle 2">
            <a:extLst>
              <a:ext uri="{FF2B5EF4-FFF2-40B4-BE49-F238E27FC236}">
                <a16:creationId xmlns:a16="http://schemas.microsoft.com/office/drawing/2014/main" id="{1B44BC9F-5112-587D-08A8-9FDD902B1A71}"/>
              </a:ext>
            </a:extLst>
          </p:cNvPr>
          <p:cNvSpPr>
            <a:spLocks noChangeArrowheads="1"/>
          </p:cNvSpPr>
          <p:nvPr/>
        </p:nvSpPr>
        <p:spPr bwMode="black">
          <a:xfrm>
            <a:off x="1511300" y="0"/>
            <a:ext cx="6413500" cy="1343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2000" tIns="252000" rIns="72000" bIns="36000"/>
          <a:lstStyle>
            <a:lvl1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17129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1701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26273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0845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GB" altLang="en-US"/>
              <a:t>Class Diagram </a:t>
            </a:r>
          </a:p>
        </p:txBody>
      </p:sp>
      <p:pic>
        <p:nvPicPr>
          <p:cNvPr id="143375" name="Picture 15">
            <a:extLst>
              <a:ext uri="{FF2B5EF4-FFF2-40B4-BE49-F238E27FC236}">
                <a16:creationId xmlns:a16="http://schemas.microsoft.com/office/drawing/2014/main" id="{8618441A-5793-11EF-681F-843E9FF60C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6013" y="1039813"/>
            <a:ext cx="6843712" cy="5140325"/>
          </a:xfrm>
          <a:prstGeom prst="rect">
            <a:avLst/>
          </a:prstGeom>
          <a:noFill/>
          <a:ln w="9525">
            <a:solidFill>
              <a:srgbClr val="333399"/>
            </a:solidFill>
            <a:miter lim="800000"/>
            <a:headEnd/>
            <a:tailEnd/>
          </a:ln>
          <a:effectLst>
            <a:outerShdw dist="35921" dir="2700000" algn="ctr" rotWithShape="0">
              <a:srgbClr val="808080"/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2000" fill="hold"/>
                                        <p:tgtEl>
                                          <p:spTgt spid="1433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2000" fill="hold"/>
                                        <p:tgtEl>
                                          <p:spTgt spid="1433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554" name="Rectangle 2">
            <a:extLst>
              <a:ext uri="{FF2B5EF4-FFF2-40B4-BE49-F238E27FC236}">
                <a16:creationId xmlns:a16="http://schemas.microsoft.com/office/drawing/2014/main" id="{960FDAB8-1072-A0F1-0601-A7AD81510591}"/>
              </a:ext>
            </a:extLst>
          </p:cNvPr>
          <p:cNvSpPr>
            <a:spLocks noChangeArrowheads="1"/>
          </p:cNvSpPr>
          <p:nvPr/>
        </p:nvSpPr>
        <p:spPr bwMode="black">
          <a:xfrm>
            <a:off x="1511300" y="0"/>
            <a:ext cx="6413500" cy="1343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2000" tIns="252000" rIns="72000" bIns="36000"/>
          <a:lstStyle>
            <a:lvl1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17129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1701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26273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0845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GB" altLang="en-US"/>
              <a:t>Class Diagram </a:t>
            </a:r>
          </a:p>
        </p:txBody>
      </p:sp>
      <p:pic>
        <p:nvPicPr>
          <p:cNvPr id="151556" name="Picture 4">
            <a:extLst>
              <a:ext uri="{FF2B5EF4-FFF2-40B4-BE49-F238E27FC236}">
                <a16:creationId xmlns:a16="http://schemas.microsoft.com/office/drawing/2014/main" id="{93A2E58D-9DB6-9D5E-41EA-55840678A4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4575" y="1684338"/>
            <a:ext cx="4514850" cy="40100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02" name="Rectangle 2">
            <a:extLst>
              <a:ext uri="{FF2B5EF4-FFF2-40B4-BE49-F238E27FC236}">
                <a16:creationId xmlns:a16="http://schemas.microsoft.com/office/drawing/2014/main" id="{DF7F5FE2-C7CE-59F9-1915-1ACFEF176B48}"/>
              </a:ext>
            </a:extLst>
          </p:cNvPr>
          <p:cNvSpPr>
            <a:spLocks noChangeArrowheads="1"/>
          </p:cNvSpPr>
          <p:nvPr/>
        </p:nvSpPr>
        <p:spPr bwMode="black">
          <a:xfrm>
            <a:off x="1511300" y="0"/>
            <a:ext cx="6413500" cy="1343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2000" tIns="252000" rIns="72000" bIns="36000"/>
          <a:lstStyle>
            <a:lvl1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17129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1701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26273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0845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GB" altLang="en-US"/>
              <a:t>Class Diagram </a:t>
            </a:r>
          </a:p>
        </p:txBody>
      </p:sp>
      <p:pic>
        <p:nvPicPr>
          <p:cNvPr id="153730" name="Picture 130">
            <a:extLst>
              <a:ext uri="{FF2B5EF4-FFF2-40B4-BE49-F238E27FC236}">
                <a16:creationId xmlns:a16="http://schemas.microsoft.com/office/drawing/2014/main" id="{4EECB1DB-380B-B675-0D59-5E649B0293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09713" y="1431925"/>
            <a:ext cx="6124575" cy="37528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  <p:transition/>
</p:sld>
</file>

<file path=ppt/theme/theme1.xml><?xml version="1.0" encoding="utf-8"?>
<a:theme xmlns:a="http://schemas.openxmlformats.org/drawingml/2006/main" name="Capgemini PowerPoint EA blank v3">
  <a:themeElements>
    <a:clrScheme name="Cap Gemini Title &amp; Slides 1">
      <a:dk1>
        <a:srgbClr val="000000"/>
      </a:dk1>
      <a:lt1>
        <a:srgbClr val="ABE9FF"/>
      </a:lt1>
      <a:dk2>
        <a:srgbClr val="009BCC"/>
      </a:dk2>
      <a:lt2>
        <a:srgbClr val="FFFFFF"/>
      </a:lt2>
      <a:accent1>
        <a:srgbClr val="FDC71E"/>
      </a:accent1>
      <a:accent2>
        <a:srgbClr val="EE7D11"/>
      </a:accent2>
      <a:accent3>
        <a:srgbClr val="D2F2FF"/>
      </a:accent3>
      <a:accent4>
        <a:srgbClr val="000000"/>
      </a:accent4>
      <a:accent5>
        <a:srgbClr val="FEE0AB"/>
      </a:accent5>
      <a:accent6>
        <a:srgbClr val="D8710E"/>
      </a:accent6>
      <a:hlink>
        <a:srgbClr val="CBD300"/>
      </a:hlink>
      <a:folHlink>
        <a:srgbClr val="8F143B"/>
      </a:folHlink>
    </a:clrScheme>
    <a:fontScheme name="Cap Gemini Title &amp; Slides">
      <a:majorFont>
        <a:latin typeface="Arial"/>
        <a:ea typeface=""/>
        <a:cs typeface="Arial"/>
      </a:majorFont>
      <a:minorFont>
        <a:latin typeface="Arial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1">
          <a:gsLst>
            <a:gs pos="0">
              <a:srgbClr val="99CCFF">
                <a:gamma/>
                <a:tint val="0"/>
                <a:invGamma/>
                <a:alpha val="49001"/>
              </a:srgbClr>
            </a:gs>
            <a:gs pos="100000">
              <a:srgbClr val="99CCFF">
                <a:alpha val="49001"/>
              </a:srgbClr>
            </a:gs>
          </a:gsLst>
          <a:path path="rect">
            <a:fillToRect l="50000" t="50000" r="50000" b="50000"/>
          </a:path>
        </a:gra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85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0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cs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1">
          <a:gsLst>
            <a:gs pos="0">
              <a:srgbClr val="99CCFF">
                <a:gamma/>
                <a:tint val="0"/>
                <a:invGamma/>
                <a:alpha val="49001"/>
              </a:srgbClr>
            </a:gs>
            <a:gs pos="100000">
              <a:srgbClr val="99CCFF">
                <a:alpha val="49001"/>
              </a:srgbClr>
            </a:gs>
          </a:gsLst>
          <a:path path="rect">
            <a:fillToRect l="50000" t="50000" r="50000" b="50000"/>
          </a:path>
        </a:gra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85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0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cs typeface="Arial" charset="0"/>
          </a:defRPr>
        </a:defPPr>
      </a:lstStyle>
    </a:lnDef>
  </a:objectDefaults>
  <a:extraClrSchemeLst>
    <a:extraClrScheme>
      <a:clrScheme name="Cap Gemini Title &amp; Slides 1">
        <a:dk1>
          <a:srgbClr val="000000"/>
        </a:dk1>
        <a:lt1>
          <a:srgbClr val="ABE9FF"/>
        </a:lt1>
        <a:dk2>
          <a:srgbClr val="009BCC"/>
        </a:dk2>
        <a:lt2>
          <a:srgbClr val="FFFFFF"/>
        </a:lt2>
        <a:accent1>
          <a:srgbClr val="FDC71E"/>
        </a:accent1>
        <a:accent2>
          <a:srgbClr val="EE7D11"/>
        </a:accent2>
        <a:accent3>
          <a:srgbClr val="D2F2FF"/>
        </a:accent3>
        <a:accent4>
          <a:srgbClr val="000000"/>
        </a:accent4>
        <a:accent5>
          <a:srgbClr val="FEE0AB"/>
        </a:accent5>
        <a:accent6>
          <a:srgbClr val="D8710E"/>
        </a:accent6>
        <a:hlink>
          <a:srgbClr val="CBD300"/>
        </a:hlink>
        <a:folHlink>
          <a:srgbClr val="8F143B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Conception personnalisée">
  <a:themeElements>
    <a:clrScheme name="Conception personnalisée 1">
      <a:dk1>
        <a:srgbClr val="000000"/>
      </a:dk1>
      <a:lt1>
        <a:srgbClr val="ABE9FF"/>
      </a:lt1>
      <a:dk2>
        <a:srgbClr val="009BCC"/>
      </a:dk2>
      <a:lt2>
        <a:srgbClr val="FFFFFF"/>
      </a:lt2>
      <a:accent1>
        <a:srgbClr val="FDC71E"/>
      </a:accent1>
      <a:accent2>
        <a:srgbClr val="EE7D11"/>
      </a:accent2>
      <a:accent3>
        <a:srgbClr val="D2F2FF"/>
      </a:accent3>
      <a:accent4>
        <a:srgbClr val="000000"/>
      </a:accent4>
      <a:accent5>
        <a:srgbClr val="FEE0AB"/>
      </a:accent5>
      <a:accent6>
        <a:srgbClr val="D8710E"/>
      </a:accent6>
      <a:hlink>
        <a:srgbClr val="CBD300"/>
      </a:hlink>
      <a:folHlink>
        <a:srgbClr val="8F143B"/>
      </a:folHlink>
    </a:clrScheme>
    <a:fontScheme name="Conception personnalisée">
      <a:majorFont>
        <a:latin typeface="Arial"/>
        <a:ea typeface=""/>
        <a:cs typeface="Arial"/>
      </a:majorFont>
      <a:minorFont>
        <a:latin typeface="Arial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1">
          <a:gsLst>
            <a:gs pos="0">
              <a:srgbClr val="99CCFF">
                <a:gamma/>
                <a:tint val="0"/>
                <a:invGamma/>
                <a:alpha val="49001"/>
              </a:srgbClr>
            </a:gs>
            <a:gs pos="100000">
              <a:srgbClr val="99CCFF">
                <a:alpha val="49001"/>
              </a:srgbClr>
            </a:gs>
          </a:gsLst>
          <a:path path="rect">
            <a:fillToRect l="50000" t="50000" r="50000" b="50000"/>
          </a:path>
        </a:gra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85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0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cs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1">
          <a:gsLst>
            <a:gs pos="0">
              <a:srgbClr val="99CCFF">
                <a:gamma/>
                <a:tint val="0"/>
                <a:invGamma/>
                <a:alpha val="49001"/>
              </a:srgbClr>
            </a:gs>
            <a:gs pos="100000">
              <a:srgbClr val="99CCFF">
                <a:alpha val="49001"/>
              </a:srgbClr>
            </a:gs>
          </a:gsLst>
          <a:path path="rect">
            <a:fillToRect l="50000" t="50000" r="50000" b="50000"/>
          </a:path>
        </a:gra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85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0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cs typeface="Arial" charset="0"/>
          </a:defRPr>
        </a:defPPr>
      </a:lstStyle>
    </a:lnDef>
  </a:objectDefaults>
  <a:extraClrSchemeLst>
    <a:extraClrScheme>
      <a:clrScheme name="Conception personnalisée 1">
        <a:dk1>
          <a:srgbClr val="000000"/>
        </a:dk1>
        <a:lt1>
          <a:srgbClr val="ABE9FF"/>
        </a:lt1>
        <a:dk2>
          <a:srgbClr val="009BCC"/>
        </a:dk2>
        <a:lt2>
          <a:srgbClr val="FFFFFF"/>
        </a:lt2>
        <a:accent1>
          <a:srgbClr val="FDC71E"/>
        </a:accent1>
        <a:accent2>
          <a:srgbClr val="EE7D11"/>
        </a:accent2>
        <a:accent3>
          <a:srgbClr val="D2F2FF"/>
        </a:accent3>
        <a:accent4>
          <a:srgbClr val="000000"/>
        </a:accent4>
        <a:accent5>
          <a:srgbClr val="FEE0AB"/>
        </a:accent5>
        <a:accent6>
          <a:srgbClr val="D8710E"/>
        </a:accent6>
        <a:hlink>
          <a:srgbClr val="CBD300"/>
        </a:hlink>
        <a:folHlink>
          <a:srgbClr val="8F143B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627CC0EB65A884E9F4162DA41625026" ma:contentTypeVersion="14" ma:contentTypeDescription="Create a new document." ma:contentTypeScope="" ma:versionID="52d5891f71a49a8671fe9715ec8557df">
  <xsd:schema xmlns:xsd="http://www.w3.org/2001/XMLSchema" xmlns:xs="http://www.w3.org/2001/XMLSchema" xmlns:p="http://schemas.microsoft.com/office/2006/metadata/properties" xmlns:ns2="65a3281b-7e4d-451a-9795-2f6d5ebb8eb7" xmlns:ns3="050e1908-91b8-4bd1-86f6-48ffd38fcdca" targetNamespace="http://schemas.microsoft.com/office/2006/metadata/properties" ma:root="true" ma:fieldsID="08d89aa7695f65b50d68398c34146737" ns2:_="" ns3:_="">
    <xsd:import namespace="65a3281b-7e4d-451a-9795-2f6d5ebb8eb7"/>
    <xsd:import namespace="050e1908-91b8-4bd1-86f6-48ffd38fcdc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SearchProperties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2:MediaServiceOCR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5a3281b-7e4d-451a-9795-2f6d5ebb8eb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SearchProperties" ma:index="1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19" nillable="true" ma:taxonomy="true" ma:internalName="lcf76f155ced4ddcb4097134ff3c332f" ma:taxonomyFieldName="MediaServiceImageTags" ma:displayName="Image Tags" ma:readOnly="false" ma:fieldId="{5cf76f15-5ced-4ddc-b409-7134ff3c332f}" ma:taxonomyMulti="true" ma:sspId="c797e5b7-3a33-46db-8b5a-dd8d5a8c4c6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21" nillable="true" ma:displayName="MediaServiceDateTaken" ma:hidden="true" ma:indexed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50e1908-91b8-4bd1-86f6-48ffd38fcdca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4D39E25-7A01-41D3-AD96-2CD23F0E6B3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5a3281b-7e4d-451a-9795-2f6d5ebb8eb7"/>
    <ds:schemaRef ds:uri="050e1908-91b8-4bd1-86f6-48ffd38fcdc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3F50A55-4B08-4A40-A403-EE1341062CF9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2083</TotalTime>
  <Words>19</Words>
  <Application>Microsoft Office PowerPoint</Application>
  <PresentationFormat>On-screen Show (4:3)</PresentationFormat>
  <Paragraphs>5</Paragraphs>
  <Slides>4</Slides>
  <Notes>3</Notes>
  <HiddenSlides>0</HiddenSlides>
  <MMClips>0</MMClips>
  <ScaleCrop>false</ScaleCrop>
  <HeadingPairs>
    <vt:vector size="4" baseType="variant">
      <vt:variant>
        <vt:lpstr>Theme</vt:lpstr>
      </vt:variant>
      <vt:variant>
        <vt:i4>2</vt:i4>
      </vt:variant>
      <vt:variant>
        <vt:lpstr>Slide Titles</vt:lpstr>
      </vt:variant>
      <vt:variant>
        <vt:i4>4</vt:i4>
      </vt:variant>
    </vt:vector>
  </HeadingPairs>
  <TitlesOfParts>
    <vt:vector size="6" baseType="lpstr">
      <vt:lpstr>Capgemini PowerPoint EA blank v3</vt:lpstr>
      <vt:lpstr>Conception personnalisée</vt:lpstr>
      <vt:lpstr>PowerPoint Presentation</vt:lpstr>
      <vt:lpstr>PowerPoint Presentation</vt:lpstr>
      <vt:lpstr>PowerPoint Presentation</vt:lpstr>
      <vt:lpstr>PowerPoint Presentation</vt:lpstr>
    </vt:vector>
  </TitlesOfParts>
  <Company>Capgemini UK plc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TOGAF 9 Template - Class Diagram</dc:title>
  <dc:subject/>
  <dc:creator>Danny Citakovic</dc:creator>
  <cp:lastModifiedBy>Andrew Josey</cp:lastModifiedBy>
  <cp:revision>23</cp:revision>
  <dcterms:created xsi:type="dcterms:W3CDTF">2010-02-10T16:36:59Z</dcterms:created>
  <dcterms:modified xsi:type="dcterms:W3CDTF">2026-04-28T23:19:27Z</dcterms:modified>
</cp:coreProperties>
</file>