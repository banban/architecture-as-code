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90" r:id="rId6"/>
    <p:sldId id="391" r:id="rId7"/>
    <p:sldId id="392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6E74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720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963099B8-30A5-21ED-7FB0-E94D81C211D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4C400179-0666-8A69-4777-8903EA6B86A0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8028E7AC-C956-FF16-0A8F-9F3902D164B5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878D4583-6228-9607-3C9B-509A57CB33D5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581DB003-4B6E-49A5-AD2F-9675E1D7FFE6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5F2DC370-3802-ACFE-F904-FD5F419C184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57779FC9-88A7-5108-ADF3-E187515FA529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09217F7F-6AEA-1CE9-2741-F4D696A64957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Cliquez pour modifier les styles du texte du masque</a:t>
            </a:r>
          </a:p>
          <a:p>
            <a:pPr lvl="1"/>
            <a:r>
              <a:rPr lang="fr-FR" altLang="en-US"/>
              <a:t>Deuxième niveau</a:t>
            </a:r>
          </a:p>
          <a:p>
            <a:pPr lvl="2"/>
            <a:r>
              <a:rPr lang="fr-FR" altLang="en-US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C085BD2D-F181-93B2-D770-3D57B18E942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60B4E854-C04A-93EF-ACD6-FA1A77C8AEA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7BBA6FC8-B293-4201-9B91-7DA41ECE189A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4D275966-8C40-A78E-91E2-C76053DD533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4387" name="Rectangle 3">
            <a:extLst>
              <a:ext uri="{FF2B5EF4-FFF2-40B4-BE49-F238E27FC236}">
                <a16:creationId xmlns:a16="http://schemas.microsoft.com/office/drawing/2014/main" id="{7EAFF9A3-1DDA-CFF3-EBE1-FF7A485B1C58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2">
            <a:extLst>
              <a:ext uri="{FF2B5EF4-FFF2-40B4-BE49-F238E27FC236}">
                <a16:creationId xmlns:a16="http://schemas.microsoft.com/office/drawing/2014/main" id="{8825D456-F192-7A37-85C1-D14175B03E8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2579" name="Rectangle 3">
            <a:extLst>
              <a:ext uri="{FF2B5EF4-FFF2-40B4-BE49-F238E27FC236}">
                <a16:creationId xmlns:a16="http://schemas.microsoft.com/office/drawing/2014/main" id="{94B9A728-2F65-CEAA-9B41-96A6651F74C0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2">
            <a:extLst>
              <a:ext uri="{FF2B5EF4-FFF2-40B4-BE49-F238E27FC236}">
                <a16:creationId xmlns:a16="http://schemas.microsoft.com/office/drawing/2014/main" id="{499A0BE9-AC9B-02FB-F310-564289DC57D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4627" name="Rectangle 3">
            <a:extLst>
              <a:ext uri="{FF2B5EF4-FFF2-40B4-BE49-F238E27FC236}">
                <a16:creationId xmlns:a16="http://schemas.microsoft.com/office/drawing/2014/main" id="{0107D547-3CE7-CBE4-0A53-42648B2C23FD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7FAAB581-380C-4A9B-8070-02C86181394C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974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81646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96335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644029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3388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2597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57201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561359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11338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398823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2064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07558882-746C-8E64-1B4E-49024FCBF5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EE0DA90E-8905-4AD3-8A0B-4936CAD98985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FA3ED537-A407-AA6F-4A84-E62D6591DEB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First Level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AF325850-D728-13C0-0A1C-2DA2EA0028A5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4FA7F45D-D5AB-2700-E20D-0FF2267D7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806" r:id="rId2"/>
    <p:sldLayoutId id="2147483805" r:id="rId3"/>
    <p:sldLayoutId id="2147483804" r:id="rId4"/>
    <p:sldLayoutId id="2147483803" r:id="rId5"/>
    <p:sldLayoutId id="2147483802" r:id="rId6"/>
    <p:sldLayoutId id="2147483801" r:id="rId7"/>
    <p:sldLayoutId id="2147483800" r:id="rId8"/>
    <p:sldLayoutId id="2147483799" r:id="rId9"/>
    <p:sldLayoutId id="2147483798" r:id="rId10"/>
    <p:sldLayoutId id="2147483797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F2D86EE5-C9BB-9615-D7E3-84123B0A18B5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5">
            <a:extLst>
              <a:ext uri="{FF2B5EF4-FFF2-40B4-BE49-F238E27FC236}">
                <a16:creationId xmlns:a16="http://schemas.microsoft.com/office/drawing/2014/main" id="{1E748CCE-4B07-D605-99A7-89BE166B2A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en-US" sz="3200">
              <a:solidFill>
                <a:schemeClr val="bg2"/>
              </a:solidFill>
            </a:endParaRPr>
          </a:p>
        </p:txBody>
      </p:sp>
      <p:sp>
        <p:nvSpPr>
          <p:cNvPr id="5124" name="Rectangle 2">
            <a:extLst>
              <a:ext uri="{FF2B5EF4-FFF2-40B4-BE49-F238E27FC236}">
                <a16:creationId xmlns:a16="http://schemas.microsoft.com/office/drawing/2014/main" id="{D583F448-9DAB-CCC4-ADC1-5E84B48F3BFD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 fontAlgn="t">
              <a:spcAft>
                <a:spcPct val="25000"/>
              </a:spcAft>
            </a:pPr>
            <a:r>
              <a:rPr lang="en-AU" altLang="en-US" sz="3600"/>
              <a:t>TOGAF 9 - Core Diagrams</a:t>
            </a:r>
            <a:br>
              <a:rPr lang="en-AU" altLang="en-US" sz="3600"/>
            </a:br>
            <a:r>
              <a:rPr lang="en-AU" altLang="en-US" sz="2800"/>
              <a:t>Application Communication Diagram</a:t>
            </a:r>
            <a:br>
              <a:rPr lang="en-AU" altLang="en-US" sz="2800"/>
            </a:br>
            <a:r>
              <a:rPr lang="en-AU" altLang="en-US" sz="2000" b="0" i="1"/>
              <a:t>Phase C – Information Systems Architectures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812D47B9-4986-601E-C1B4-15567363A2D3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Application Communication Diagram </a:t>
            </a:r>
          </a:p>
        </p:txBody>
      </p:sp>
      <p:pic>
        <p:nvPicPr>
          <p:cNvPr id="143379" name="Picture 19">
            <a:extLst>
              <a:ext uri="{FF2B5EF4-FFF2-40B4-BE49-F238E27FC236}">
                <a16:creationId xmlns:a16="http://schemas.microsoft.com/office/drawing/2014/main" id="{A5C39B9B-3FF9-DF0D-BD09-6BC8AF15CC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3675" y="1127125"/>
            <a:ext cx="3676650" cy="436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>
            <a:extLst>
              <a:ext uri="{FF2B5EF4-FFF2-40B4-BE49-F238E27FC236}">
                <a16:creationId xmlns:a16="http://schemas.microsoft.com/office/drawing/2014/main" id="{C4F4D37E-26A8-BE62-B149-696AF2069D27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Application Communication Diagram </a:t>
            </a:r>
          </a:p>
        </p:txBody>
      </p:sp>
      <p:pic>
        <p:nvPicPr>
          <p:cNvPr id="151556" name="Picture 4">
            <a:extLst>
              <a:ext uri="{FF2B5EF4-FFF2-40B4-BE49-F238E27FC236}">
                <a16:creationId xmlns:a16="http://schemas.microsoft.com/office/drawing/2014/main" id="{CD1970F0-CE4A-C6EC-EBCA-D6A6D126A6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5100" y="1751013"/>
            <a:ext cx="6550025" cy="3597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>
            <a:extLst>
              <a:ext uri="{FF2B5EF4-FFF2-40B4-BE49-F238E27FC236}">
                <a16:creationId xmlns:a16="http://schemas.microsoft.com/office/drawing/2014/main" id="{1B9B03A6-4561-FFFF-B4FA-8A8EDE9EF7E9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Application Communication Diagram </a:t>
            </a:r>
          </a:p>
        </p:txBody>
      </p:sp>
      <p:pic>
        <p:nvPicPr>
          <p:cNvPr id="153608" name="Picture 8">
            <a:extLst>
              <a:ext uri="{FF2B5EF4-FFF2-40B4-BE49-F238E27FC236}">
                <a16:creationId xmlns:a16="http://schemas.microsoft.com/office/drawing/2014/main" id="{5E5CEAC5-1561-AE23-4A8A-A8468EB63D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763" y="1289050"/>
            <a:ext cx="6086475" cy="403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F92C3A0-FF68-4BBA-B615-431AE13FA3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31087A5-A22E-4864-8C82-12D9BD3CF9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8096</TotalTime>
  <Words>23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 Application Communication Diagram</dc:title>
  <dc:subject/>
  <dc:creator>Danny Citakovic</dc:creator>
  <cp:lastModifiedBy>Andrew Josey</cp:lastModifiedBy>
  <cp:revision>28</cp:revision>
  <dcterms:created xsi:type="dcterms:W3CDTF">2010-02-10T16:36:59Z</dcterms:created>
  <dcterms:modified xsi:type="dcterms:W3CDTF">2026-04-28T23:16:34Z</dcterms:modified>
</cp:coreProperties>
</file>