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89" r:id="rId6"/>
    <p:sldId id="390" r:id="rId7"/>
    <p:sldId id="391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79919E6E-BCD6-648C-1FC5-5B1DCCF972B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1562B18C-E28C-B71F-17F0-63058026B57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31874568-631B-A85B-822D-E35F41B26726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906B7FBA-C24B-FC5D-6451-356C8AD61ECD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A5D1F05A-C267-4BD8-A4EC-9ED3E4FB10DA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A7CBE54B-4942-E6D2-DDF8-2FE4D159629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50106DC2-B310-27C2-8E90-D9284618DC9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5E2BD2AF-F47B-638C-044D-6550F98B66F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98104F9C-C626-7B35-8F2B-4D5AB6E32A5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0643C576-200D-D47D-6EEB-E2C3E5D43A8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E24E1F5F-34CF-4A21-8C5A-7DE2AAE3D463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D81AFF38-B345-EB79-B4BF-78C145D5709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23907" name="Rectangle 3">
            <a:extLst>
              <a:ext uri="{FF2B5EF4-FFF2-40B4-BE49-F238E27FC236}">
                <a16:creationId xmlns:a16="http://schemas.microsoft.com/office/drawing/2014/main" id="{EC525ABA-8F9D-D788-1837-59F41A05C6C7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72C2CD36-1B7B-B28F-6D11-92DA5A8600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70C84B2E-4EC2-53A7-D682-64B1C5AE4973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4F055EC5-1DBA-688F-C9EE-B7A6328610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6435" name="Rectangle 3">
            <a:extLst>
              <a:ext uri="{FF2B5EF4-FFF2-40B4-BE49-F238E27FC236}">
                <a16:creationId xmlns:a16="http://schemas.microsoft.com/office/drawing/2014/main" id="{2989B52A-20E1-7BCC-55D1-772D02B6444D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D273A705-ABB4-2F22-9DC4-6E763E332682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546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90498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38030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5935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826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9743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64998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16042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37024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480081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692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FBCB5AA2-69D2-2A86-CCE7-026B691188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82C6D76F-1FA2-4A46-D548-8DE61D960274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965880EE-5D18-D701-041D-6F8142EB9A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A4AAB208-69B1-A0D0-5A1C-A0310BCBF657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5A4CE258-6B4C-7934-6995-89BEC400A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F648D951-44C1-34EA-5901-C742B0CCB10F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8501F665-B0BC-E758-3A06-DD80066636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C5BF5D0C-26FD-E3E5-640C-1020958A6718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Business Footprint Diagram</a:t>
            </a:r>
            <a:br>
              <a:rPr lang="en-AU" altLang="en-US" sz="2800"/>
            </a:br>
            <a:r>
              <a:rPr lang="en-AU" altLang="en-US" sz="2000" b="0" i="1"/>
              <a:t>Phase B – Business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Rectangle 4">
            <a:extLst>
              <a:ext uri="{FF2B5EF4-FFF2-40B4-BE49-F238E27FC236}">
                <a16:creationId xmlns:a16="http://schemas.microsoft.com/office/drawing/2014/main" id="{C6680F24-E057-4550-47E5-4282AC6499EE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Business Footprint Diagram</a:t>
            </a:r>
          </a:p>
        </p:txBody>
      </p:sp>
      <p:pic>
        <p:nvPicPr>
          <p:cNvPr id="122889" name="Picture 9">
            <a:extLst>
              <a:ext uri="{FF2B5EF4-FFF2-40B4-BE49-F238E27FC236}">
                <a16:creationId xmlns:a16="http://schemas.microsoft.com/office/drawing/2014/main" id="{1EDC3EDF-6ABD-8409-2E28-5A688774A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5" y="1385888"/>
            <a:ext cx="9099550" cy="4325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D4FA1484-BC82-3949-1506-1E1278300320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Business Footprint Diagram</a:t>
            </a:r>
          </a:p>
        </p:txBody>
      </p:sp>
      <p:pic>
        <p:nvPicPr>
          <p:cNvPr id="143365" name="Picture 5">
            <a:extLst>
              <a:ext uri="{FF2B5EF4-FFF2-40B4-BE49-F238E27FC236}">
                <a16:creationId xmlns:a16="http://schemas.microsoft.com/office/drawing/2014/main" id="{EB96ED04-77EC-3461-DC3A-104F10F45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50" y="1119188"/>
            <a:ext cx="7975600" cy="5091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D696FA6D-818F-0395-6000-5AA83FAB5B75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Business Footprint Diagram</a:t>
            </a:r>
          </a:p>
        </p:txBody>
      </p:sp>
      <p:pic>
        <p:nvPicPr>
          <p:cNvPr id="145426" name="Picture 18">
            <a:extLst>
              <a:ext uri="{FF2B5EF4-FFF2-40B4-BE49-F238E27FC236}">
                <a16:creationId xmlns:a16="http://schemas.microsoft.com/office/drawing/2014/main" id="{5990CA81-D27D-4CCE-671F-A17F8C9D8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163" y="901700"/>
            <a:ext cx="7140575" cy="525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A8616B-A0AA-4406-A027-AC21D18CF26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14495C-20C3-4184-A690-B8D9BAE4AD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5216</TotalTime>
  <Words>22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Business Footprint Diagram</dc:title>
  <dc:subject/>
  <dc:creator>Danny Citakovic</dc:creator>
  <cp:lastModifiedBy>Andrew Josey</cp:lastModifiedBy>
  <cp:revision>24</cp:revision>
  <dcterms:created xsi:type="dcterms:W3CDTF">2010-02-10T16:36:59Z</dcterms:created>
  <dcterms:modified xsi:type="dcterms:W3CDTF">2026-04-28T23:18:30Z</dcterms:modified>
</cp:coreProperties>
</file>