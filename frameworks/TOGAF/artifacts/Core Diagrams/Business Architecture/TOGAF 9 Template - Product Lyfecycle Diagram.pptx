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89" r:id="rId6"/>
    <p:sldId id="390" r:id="rId7"/>
    <p:sldId id="391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2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C234D795-C24F-E72F-BC72-0DF0404CFE3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0F1378BA-F44A-5D05-6E68-5E28245B41C3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FC1E7FA2-8154-F92F-EB29-6865FD1BC20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3E3A9CF2-37B1-4348-E53B-E571E3437504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B16CC563-8C17-4CA1-A8C7-837C6E677A3E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9B8C0E20-1BB8-2DBB-B19C-F4BDA47D9B5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A1B63D8B-DF51-54DF-7D3D-C6F38A6C138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2A8E4803-02C9-15FC-5AD7-953F09059306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Cliquez pour modifier les styles du texte du masque</a:t>
            </a:r>
          </a:p>
          <a:p>
            <a:pPr lvl="1"/>
            <a:r>
              <a:rPr lang="fr-FR" altLang="en-US"/>
              <a:t>Deuxième niveau</a:t>
            </a:r>
          </a:p>
          <a:p>
            <a:pPr lvl="2"/>
            <a:r>
              <a:rPr lang="fr-FR" altLang="en-US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72F7B4D0-2C3F-4C93-2E70-D2CB420C926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E28D8CE8-E685-ECFE-F8FE-866E01C1B61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42ED7FAA-C734-4C96-8CBB-C7DAF00DB0D5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>
            <a:extLst>
              <a:ext uri="{FF2B5EF4-FFF2-40B4-BE49-F238E27FC236}">
                <a16:creationId xmlns:a16="http://schemas.microsoft.com/office/drawing/2014/main" id="{3283BA7C-AB74-3BF6-F9BE-2C4C0FC3A2D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23907" name="Rectangle 3">
            <a:extLst>
              <a:ext uri="{FF2B5EF4-FFF2-40B4-BE49-F238E27FC236}">
                <a16:creationId xmlns:a16="http://schemas.microsoft.com/office/drawing/2014/main" id="{CC65348B-FAF0-802D-ECBD-B32EA057969E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762DD9A2-5A0C-8248-4162-C879BEB2239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96165CE3-BDC7-2D45-93D2-B2E3D1C61D42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>
            <a:extLst>
              <a:ext uri="{FF2B5EF4-FFF2-40B4-BE49-F238E27FC236}">
                <a16:creationId xmlns:a16="http://schemas.microsoft.com/office/drawing/2014/main" id="{3C8FB4A2-EF80-1277-2FD4-413691F8CA8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0531" name="Rectangle 3">
            <a:extLst>
              <a:ext uri="{FF2B5EF4-FFF2-40B4-BE49-F238E27FC236}">
                <a16:creationId xmlns:a16="http://schemas.microsoft.com/office/drawing/2014/main" id="{BDC20097-2068-1D50-CE8C-C8DF3BCB1C48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9694641E-0360-8E1F-B859-4DF6257188AD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780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75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9409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64311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5357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8120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83153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6081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1537033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9310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87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24A74246-0481-CA75-9ACD-06367929FE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03072543-B0DC-2757-4E37-77A9F9ACB887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C0F3E248-F022-98A2-8EFA-96F884B5B86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FAA2F2ED-F31A-BFA4-A9FA-87CAC5CA68B8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64CA7236-3F2A-2F88-C7E0-C7853146C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6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D8036AA7-CFA4-088A-D711-AB2EE6A83FE4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2EE3D0C4-2362-D7A5-A68A-AD54119440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AE8D8694-89EF-80A6-36D6-3B19A6ACA755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en-US" sz="3600"/>
              <a:t>TOGAF 9 - Core Diagrams</a:t>
            </a:r>
            <a:br>
              <a:rPr lang="en-AU" altLang="en-US" sz="3600"/>
            </a:br>
            <a:r>
              <a:rPr lang="en-AU" altLang="en-US" sz="2800"/>
              <a:t>Product Lyfecycle Diagram</a:t>
            </a:r>
            <a:br>
              <a:rPr lang="en-AU" altLang="en-US" sz="2800"/>
            </a:br>
            <a:r>
              <a:rPr lang="en-AU" altLang="en-US" sz="2000" b="0" i="1"/>
              <a:t>Phase B – Business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4" name="Rectangle 4">
            <a:extLst>
              <a:ext uri="{FF2B5EF4-FFF2-40B4-BE49-F238E27FC236}">
                <a16:creationId xmlns:a16="http://schemas.microsoft.com/office/drawing/2014/main" id="{A664960B-855F-BB57-CCC7-3992936E1A7F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Product Lyfecycle Diagram</a:t>
            </a:r>
          </a:p>
        </p:txBody>
      </p:sp>
      <p:pic>
        <p:nvPicPr>
          <p:cNvPr id="122890" name="Picture 4">
            <a:extLst>
              <a:ext uri="{FF2B5EF4-FFF2-40B4-BE49-F238E27FC236}">
                <a16:creationId xmlns:a16="http://schemas.microsoft.com/office/drawing/2014/main" id="{F0F9AC5F-4B1E-3CB1-BF24-6AEB2DCD39F3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050" y="1477963"/>
            <a:ext cx="6800850" cy="4138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492049D3-860A-A502-E398-3B572EFA665F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Product Lyfecycle Diagram</a:t>
            </a:r>
          </a:p>
        </p:txBody>
      </p:sp>
      <p:pic>
        <p:nvPicPr>
          <p:cNvPr id="143364" name="Picture 4">
            <a:extLst>
              <a:ext uri="{FF2B5EF4-FFF2-40B4-BE49-F238E27FC236}">
                <a16:creationId xmlns:a16="http://schemas.microsoft.com/office/drawing/2014/main" id="{8FEC166F-49BF-51B0-A2BB-8C94DD7798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525" y="2128838"/>
            <a:ext cx="6773863" cy="2695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2">
            <a:extLst>
              <a:ext uri="{FF2B5EF4-FFF2-40B4-BE49-F238E27FC236}">
                <a16:creationId xmlns:a16="http://schemas.microsoft.com/office/drawing/2014/main" id="{DD3B2A2A-9575-A458-8B8A-F93738607F9F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Product Lyfecycle Diagram</a:t>
            </a:r>
          </a:p>
        </p:txBody>
      </p:sp>
      <p:pic>
        <p:nvPicPr>
          <p:cNvPr id="149508" name="Picture 4">
            <a:extLst>
              <a:ext uri="{FF2B5EF4-FFF2-40B4-BE49-F238E27FC236}">
                <a16:creationId xmlns:a16="http://schemas.microsoft.com/office/drawing/2014/main" id="{391F8F0B-05C0-DDE2-6E96-C6CC47A34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763" y="1930400"/>
            <a:ext cx="6030912" cy="330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c.BNO2ioZU6oFPV2UgSNgw"/>
</p:tagLst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CE66024-64D3-471E-BA9B-5BE8629369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1094C7-4EC4-4EDF-8E25-E6F955319F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5153</TotalTime>
  <Words>22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Product Lyfecycle Diagram</dc:title>
  <dc:subject/>
  <dc:creator>Danny Citakovic</dc:creator>
  <cp:lastModifiedBy>Andrew Josey</cp:lastModifiedBy>
  <cp:revision>23</cp:revision>
  <dcterms:created xsi:type="dcterms:W3CDTF">2010-02-10T16:36:59Z</dcterms:created>
  <dcterms:modified xsi:type="dcterms:W3CDTF">2026-04-28T23:19:03Z</dcterms:modified>
</cp:coreProperties>
</file>