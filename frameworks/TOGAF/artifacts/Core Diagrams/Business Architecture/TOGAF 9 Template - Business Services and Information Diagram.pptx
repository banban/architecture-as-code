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3"/>
    <p:sldMasterId id="2147483651" r:id="rId4"/>
  </p:sldMasterIdLst>
  <p:notesMasterIdLst>
    <p:notesMasterId r:id="rId9"/>
  </p:notesMasterIdLst>
  <p:handoutMasterIdLst>
    <p:handoutMasterId r:id="rId10"/>
  </p:handoutMasterIdLst>
  <p:sldIdLst>
    <p:sldId id="337" r:id="rId5"/>
    <p:sldId id="390" r:id="rId6"/>
    <p:sldId id="391" r:id="rId7"/>
    <p:sldId id="392" r:id="rId8"/>
  </p:sldIdLst>
  <p:sldSz cx="9144000" cy="6858000" type="screen4x3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D84844"/>
    <a:srgbClr val="9966FF"/>
    <a:srgbClr val="FF9999"/>
    <a:srgbClr val="C6D000"/>
    <a:srgbClr val="6E74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538" autoAdjust="0"/>
    <p:restoredTop sz="91667" autoAdjust="0"/>
  </p:normalViewPr>
  <p:slideViewPr>
    <p:cSldViewPr snapToGrid="0">
      <p:cViewPr>
        <p:scale>
          <a:sx n="75" d="100"/>
          <a:sy n="75" d="100"/>
        </p:scale>
        <p:origin x="-1284" y="-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660D1829-3BF1-349B-3F5F-D310C14FBEA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673CE263-65D1-170F-7068-946F55A6B856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6372FD50-5A87-0E91-9838-784230F425D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45D045B1-C3D4-ED82-4911-37253CD7F067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/>
            </a:lvl1pPr>
          </a:lstStyle>
          <a:p>
            <a:fld id="{8BD975FB-F58D-40AF-95CC-E4F7D717DC29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B5E64AE3-19C0-2A3A-526E-7299DAA8460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3555" name="Rectangle 4">
            <a:extLst>
              <a:ext uri="{FF2B5EF4-FFF2-40B4-BE49-F238E27FC236}">
                <a16:creationId xmlns:a16="http://schemas.microsoft.com/office/drawing/2014/main" id="{6F8C1247-E567-BF23-8DCD-91F30A4E9F9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3E6D4BA0-39C9-6C2F-854B-7B420791A16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13" y="4716463"/>
            <a:ext cx="63436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en-US"/>
              <a:t>Cliquez pour modifier les styles du texte du masque</a:t>
            </a:r>
          </a:p>
          <a:p>
            <a:pPr lvl="1"/>
            <a:r>
              <a:rPr lang="fr-FR" altLang="en-US"/>
              <a:t>Deuxième niveau</a:t>
            </a:r>
          </a:p>
          <a:p>
            <a:pPr lvl="2"/>
            <a:r>
              <a:rPr lang="fr-FR" altLang="en-US"/>
              <a:t>Troisième niveau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26FD7895-57D0-9AF8-2F4B-8EAC0ED52F9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9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D6E924EE-B9C1-0AE6-D5C3-FBF40B41A9E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900" b="0"/>
            </a:lvl1pPr>
          </a:lstStyle>
          <a:p>
            <a:fld id="{DC12BD9F-35D2-453C-97C4-D5B849288E22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266700" indent="-87313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542925" indent="-96838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6002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20574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B905B0AB-28C7-24E1-D656-33A79EB2215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4387" name="Rectangle 3">
            <a:extLst>
              <a:ext uri="{FF2B5EF4-FFF2-40B4-BE49-F238E27FC236}">
                <a16:creationId xmlns:a16="http://schemas.microsoft.com/office/drawing/2014/main" id="{6E025854-B533-7923-4F46-8C7825B9CBC0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2">
            <a:extLst>
              <a:ext uri="{FF2B5EF4-FFF2-40B4-BE49-F238E27FC236}">
                <a16:creationId xmlns:a16="http://schemas.microsoft.com/office/drawing/2014/main" id="{2707A689-84D4-F8B4-B6EF-83A8775E5E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2579" name="Rectangle 3">
            <a:extLst>
              <a:ext uri="{FF2B5EF4-FFF2-40B4-BE49-F238E27FC236}">
                <a16:creationId xmlns:a16="http://schemas.microsoft.com/office/drawing/2014/main" id="{B6C2D3F1-5AAD-1FF5-778B-19F4DC7606F9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2">
            <a:extLst>
              <a:ext uri="{FF2B5EF4-FFF2-40B4-BE49-F238E27FC236}">
                <a16:creationId xmlns:a16="http://schemas.microsoft.com/office/drawing/2014/main" id="{85FC2396-133F-53AD-9574-344D3D59F96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4627" name="Rectangle 3">
            <a:extLst>
              <a:ext uri="{FF2B5EF4-FFF2-40B4-BE49-F238E27FC236}">
                <a16:creationId xmlns:a16="http://schemas.microsoft.com/office/drawing/2014/main" id="{71B632AF-1ED8-F7D8-3AB7-321BBE0B9B66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654892FD-E88F-4925-2F94-810498101FF3}"/>
              </a:ext>
            </a:extLst>
          </p:cNvPr>
          <p:cNvSpPr>
            <a:spLocks noChangeArrowheads="1"/>
          </p:cNvSpPr>
          <p:nvPr/>
        </p:nvSpPr>
        <p:spPr bwMode="white">
          <a:xfrm>
            <a:off x="-14288" y="-14288"/>
            <a:ext cx="9144001" cy="1228726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0" y="2801938"/>
            <a:ext cx="4886325" cy="792162"/>
          </a:xfrm>
        </p:spPr>
        <p:txBody>
          <a:bodyPr lIns="0" tIns="180000" rIns="0" bIns="36000"/>
          <a:lstStyle>
            <a:lvl1pPr marL="355600" indent="0">
              <a:buFont typeface="Wingdings" pitchFamily="2" charset="2"/>
              <a:buNone/>
              <a:defRPr sz="20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0" y="1265238"/>
            <a:ext cx="6848475" cy="1512887"/>
          </a:xfrm>
        </p:spPr>
        <p:txBody>
          <a:bodyPr lIns="252000" tIns="360000" bIns="72000"/>
          <a:lstStyle>
            <a:lvl1pPr marL="360363" algn="l">
              <a:defRPr sz="36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4233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842358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2928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598613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0"/>
          </p:nvPr>
        </p:nvSpPr>
        <p:spPr>
          <a:xfrm>
            <a:off x="4536393" y="1597189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838515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8023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883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46504" y="273465"/>
            <a:ext cx="5597495" cy="595906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357505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7188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2147886" y="-614360"/>
            <a:ext cx="4848228" cy="88963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50937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232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542923" y="28577"/>
            <a:ext cx="5810254" cy="66484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5441365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343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1598613"/>
            <a:ext cx="4495800" cy="4633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598613"/>
            <a:ext cx="4495800" cy="4633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4180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3C689C3F-9BD3-B04B-215F-811B4F22AC2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black">
          <a:xfrm>
            <a:off x="0" y="0"/>
            <a:ext cx="91440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2000" tIns="252000" rIns="72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modify the title style</a:t>
            </a:r>
          </a:p>
        </p:txBody>
      </p:sp>
      <p:sp>
        <p:nvSpPr>
          <p:cNvPr id="1048" name="Rectangle 24">
            <a:extLst>
              <a:ext uri="{FF2B5EF4-FFF2-40B4-BE49-F238E27FC236}">
                <a16:creationId xmlns:a16="http://schemas.microsoft.com/office/drawing/2014/main" id="{BA2DC899-73DB-5385-E980-A8C4A8D93F39}"/>
              </a:ext>
            </a:extLst>
          </p:cNvPr>
          <p:cNvSpPr>
            <a:spLocks noChangeArrowheads="1"/>
          </p:cNvSpPr>
          <p:nvPr/>
        </p:nvSpPr>
        <p:spPr bwMode="white">
          <a:xfrm>
            <a:off x="0" y="6278563"/>
            <a:ext cx="9144000" cy="579437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D98CF59B-B978-ED24-CE13-D4A3B43EF2F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598613"/>
            <a:ext cx="9144000" cy="463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12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First Level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</p:txBody>
      </p:sp>
      <p:sp>
        <p:nvSpPr>
          <p:cNvPr id="1047" name="Freeform 23">
            <a:extLst>
              <a:ext uri="{FF2B5EF4-FFF2-40B4-BE49-F238E27FC236}">
                <a16:creationId xmlns:a16="http://schemas.microsoft.com/office/drawing/2014/main" id="{957AC5AD-339C-9562-ED03-34A73B4A34F4}"/>
              </a:ext>
            </a:extLst>
          </p:cNvPr>
          <p:cNvSpPr>
            <a:spLocks/>
          </p:cNvSpPr>
          <p:nvPr/>
        </p:nvSpPr>
        <p:spPr bwMode="auto">
          <a:xfrm>
            <a:off x="0" y="0"/>
            <a:ext cx="3190875" cy="12350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" y="405"/>
              </a:cxn>
              <a:cxn ang="0">
                <a:pos x="1048" y="0"/>
              </a:cxn>
              <a:cxn ang="0">
                <a:pos x="0" y="0"/>
              </a:cxn>
            </a:cxnLst>
            <a:rect l="0" t="0" r="r" b="b"/>
            <a:pathLst>
              <a:path w="1048" h="405">
                <a:moveTo>
                  <a:pt x="0" y="0"/>
                </a:moveTo>
                <a:cubicBezTo>
                  <a:pt x="1" y="405"/>
                  <a:pt x="1" y="405"/>
                  <a:pt x="1" y="405"/>
                </a:cubicBezTo>
                <a:cubicBezTo>
                  <a:pt x="32" y="191"/>
                  <a:pt x="804" y="1"/>
                  <a:pt x="1048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50" name="Rectangle 26">
            <a:extLst>
              <a:ext uri="{FF2B5EF4-FFF2-40B4-BE49-F238E27FC236}">
                <a16:creationId xmlns:a16="http://schemas.microsoft.com/office/drawing/2014/main" id="{50FC87B3-68A6-DBC6-C65D-C7AC73DB2E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8" y="6300788"/>
            <a:ext cx="9177337" cy="17462"/>
          </a:xfrm>
          <a:prstGeom prst="rect">
            <a:avLst/>
          </a:prstGeom>
          <a:gradFill rotWithShape="1">
            <a:gsLst>
              <a:gs pos="0">
                <a:schemeClr val="tx2">
                  <a:gamma/>
                  <a:tint val="22353"/>
                  <a:invGamma/>
                </a:schemeClr>
              </a:gs>
              <a:gs pos="100000">
                <a:schemeClr val="tx2"/>
              </a:gs>
            </a:gsLst>
            <a:lin ang="0" scaled="1"/>
          </a:gra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7" r:id="rId1"/>
    <p:sldLayoutId id="2147483806" r:id="rId2"/>
    <p:sldLayoutId id="2147483805" r:id="rId3"/>
    <p:sldLayoutId id="2147483804" r:id="rId4"/>
    <p:sldLayoutId id="2147483803" r:id="rId5"/>
    <p:sldLayoutId id="2147483802" r:id="rId6"/>
    <p:sldLayoutId id="2147483801" r:id="rId7"/>
    <p:sldLayoutId id="2147483800" r:id="rId8"/>
    <p:sldLayoutId id="2147483799" r:id="rId9"/>
    <p:sldLayoutId id="2147483798" r:id="rId10"/>
    <p:sldLayoutId id="2147483797" r:id="rId11"/>
  </p:sldLayoutIdLst>
  <p:txStyles>
    <p:titleStyle>
      <a:lvl1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+mj-lt"/>
          <a:ea typeface="+mj-ea"/>
          <a:cs typeface="+mj-cs"/>
        </a:defRPr>
      </a:lvl1pPr>
      <a:lvl2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2pPr>
      <a:lvl3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3pPr>
      <a:lvl4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4pPr>
      <a:lvl5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5pPr>
      <a:lvl6pPr marL="17129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6pPr>
      <a:lvl7pPr marL="21701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7pPr>
      <a:lvl8pPr marL="26273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8pPr>
      <a:lvl9pPr marL="30845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273050" indent="-2730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Ø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38188" indent="-2857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2pPr>
      <a:lvl3pPr marL="1146175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+mn-cs"/>
        </a:defRPr>
      </a:lvl3pPr>
      <a:lvl4pPr marL="1554163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+mn-cs"/>
        </a:defRPr>
      </a:lvl4pPr>
      <a:lvl5pPr marL="2230438" indent="-228600" algn="l" defTabSz="714375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6876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6pPr>
      <a:lvl7pPr marL="31448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7pPr>
      <a:lvl8pPr marL="36020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8pPr>
      <a:lvl9pPr marL="40592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Freeform 7">
            <a:extLst>
              <a:ext uri="{FF2B5EF4-FFF2-40B4-BE49-F238E27FC236}">
                <a16:creationId xmlns:a16="http://schemas.microsoft.com/office/drawing/2014/main" id="{87D2A2AD-E8BC-9CDE-6B23-5919AC2555FA}"/>
              </a:ext>
            </a:extLst>
          </p:cNvPr>
          <p:cNvSpPr>
            <a:spLocks/>
          </p:cNvSpPr>
          <p:nvPr/>
        </p:nvSpPr>
        <p:spPr bwMode="auto">
          <a:xfrm>
            <a:off x="-14288" y="-28575"/>
            <a:ext cx="9166226" cy="6896100"/>
          </a:xfrm>
          <a:custGeom>
            <a:avLst/>
            <a:gdLst/>
            <a:ahLst/>
            <a:cxnLst>
              <a:cxn ang="0">
                <a:pos x="0" y="3797"/>
              </a:cxn>
              <a:cxn ang="0">
                <a:pos x="0" y="3252"/>
              </a:cxn>
              <a:cxn ang="0">
                <a:pos x="0" y="2159"/>
              </a:cxn>
              <a:cxn ang="0">
                <a:pos x="0" y="1611"/>
              </a:cxn>
              <a:cxn ang="0">
                <a:pos x="0" y="523"/>
              </a:cxn>
              <a:cxn ang="0">
                <a:pos x="0" y="387"/>
              </a:cxn>
              <a:cxn ang="0">
                <a:pos x="5760" y="9"/>
              </a:cxn>
              <a:cxn ang="0">
                <a:pos x="5760" y="312"/>
              </a:cxn>
              <a:cxn ang="0">
                <a:pos x="5760" y="377"/>
              </a:cxn>
              <a:cxn ang="0">
                <a:pos x="5760" y="786"/>
              </a:cxn>
              <a:cxn ang="0">
                <a:pos x="5760" y="1060"/>
              </a:cxn>
              <a:cxn ang="0">
                <a:pos x="5760" y="1262"/>
              </a:cxn>
              <a:cxn ang="0">
                <a:pos x="5758" y="1283"/>
              </a:cxn>
              <a:cxn ang="0">
                <a:pos x="5747" y="1301"/>
              </a:cxn>
              <a:cxn ang="0">
                <a:pos x="5719" y="1339"/>
              </a:cxn>
              <a:cxn ang="0">
                <a:pos x="5650" y="1406"/>
              </a:cxn>
              <a:cxn ang="0">
                <a:pos x="5597" y="1445"/>
              </a:cxn>
              <a:cxn ang="0">
                <a:pos x="5480" y="1515"/>
              </a:cxn>
              <a:cxn ang="0">
                <a:pos x="5295" y="1608"/>
              </a:cxn>
              <a:cxn ang="0">
                <a:pos x="5161" y="1663"/>
              </a:cxn>
              <a:cxn ang="0">
                <a:pos x="4893" y="1759"/>
              </a:cxn>
              <a:cxn ang="0">
                <a:pos x="4615" y="1845"/>
              </a:cxn>
              <a:cxn ang="0">
                <a:pos x="4188" y="1958"/>
              </a:cxn>
              <a:cxn ang="0">
                <a:pos x="3902" y="2027"/>
              </a:cxn>
              <a:cxn ang="0">
                <a:pos x="3614" y="2089"/>
              </a:cxn>
              <a:cxn ang="0">
                <a:pos x="2993" y="2192"/>
              </a:cxn>
              <a:cxn ang="0">
                <a:pos x="2444" y="2281"/>
              </a:cxn>
              <a:cxn ang="0">
                <a:pos x="2160" y="2348"/>
              </a:cxn>
              <a:cxn ang="0">
                <a:pos x="1880" y="2427"/>
              </a:cxn>
              <a:cxn ang="0">
                <a:pos x="1609" y="2517"/>
              </a:cxn>
              <a:cxn ang="0">
                <a:pos x="1410" y="2596"/>
              </a:cxn>
              <a:cxn ang="0">
                <a:pos x="1284" y="2655"/>
              </a:cxn>
              <a:cxn ang="0">
                <a:pos x="1102" y="2749"/>
              </a:cxn>
              <a:cxn ang="0">
                <a:pos x="931" y="2859"/>
              </a:cxn>
              <a:cxn ang="0">
                <a:pos x="822" y="2938"/>
              </a:cxn>
              <a:cxn ang="0">
                <a:pos x="672" y="3069"/>
              </a:cxn>
              <a:cxn ang="0">
                <a:pos x="531" y="3207"/>
              </a:cxn>
              <a:cxn ang="0">
                <a:pos x="447" y="3308"/>
              </a:cxn>
              <a:cxn ang="0">
                <a:pos x="329" y="3468"/>
              </a:cxn>
              <a:cxn ang="0">
                <a:pos x="227" y="3636"/>
              </a:cxn>
              <a:cxn ang="0">
                <a:pos x="167" y="3755"/>
              </a:cxn>
              <a:cxn ang="0">
                <a:pos x="92" y="3940"/>
              </a:cxn>
              <a:cxn ang="0">
                <a:pos x="35" y="4130"/>
              </a:cxn>
              <a:cxn ang="0">
                <a:pos x="7" y="4268"/>
              </a:cxn>
            </a:cxnLst>
            <a:rect l="0" t="0" r="r" b="b"/>
            <a:pathLst>
              <a:path w="5760" h="4339">
                <a:moveTo>
                  <a:pt x="0" y="4339"/>
                </a:moveTo>
                <a:lnTo>
                  <a:pt x="0" y="4339"/>
                </a:lnTo>
                <a:lnTo>
                  <a:pt x="0" y="3797"/>
                </a:lnTo>
                <a:lnTo>
                  <a:pt x="0" y="3797"/>
                </a:lnTo>
                <a:lnTo>
                  <a:pt x="0" y="3252"/>
                </a:lnTo>
                <a:lnTo>
                  <a:pt x="0" y="3252"/>
                </a:lnTo>
                <a:lnTo>
                  <a:pt x="0" y="2705"/>
                </a:lnTo>
                <a:lnTo>
                  <a:pt x="0" y="2705"/>
                </a:lnTo>
                <a:lnTo>
                  <a:pt x="0" y="2159"/>
                </a:lnTo>
                <a:lnTo>
                  <a:pt x="0" y="2159"/>
                </a:lnTo>
                <a:lnTo>
                  <a:pt x="0" y="1611"/>
                </a:lnTo>
                <a:lnTo>
                  <a:pt x="0" y="1611"/>
                </a:lnTo>
                <a:lnTo>
                  <a:pt x="0" y="1066"/>
                </a:lnTo>
                <a:lnTo>
                  <a:pt x="0" y="1066"/>
                </a:lnTo>
                <a:lnTo>
                  <a:pt x="0" y="523"/>
                </a:lnTo>
                <a:lnTo>
                  <a:pt x="0" y="523"/>
                </a:lnTo>
                <a:lnTo>
                  <a:pt x="0" y="387"/>
                </a:lnTo>
                <a:lnTo>
                  <a:pt x="0" y="387"/>
                </a:lnTo>
                <a:lnTo>
                  <a:pt x="0" y="0"/>
                </a:lnTo>
                <a:lnTo>
                  <a:pt x="155" y="9"/>
                </a:lnTo>
                <a:lnTo>
                  <a:pt x="5760" y="9"/>
                </a:lnTo>
                <a:lnTo>
                  <a:pt x="5760" y="310"/>
                </a:lnTo>
                <a:lnTo>
                  <a:pt x="5760" y="312"/>
                </a:lnTo>
                <a:lnTo>
                  <a:pt x="5760" y="312"/>
                </a:lnTo>
                <a:lnTo>
                  <a:pt x="5760" y="344"/>
                </a:lnTo>
                <a:lnTo>
                  <a:pt x="5760" y="377"/>
                </a:lnTo>
                <a:lnTo>
                  <a:pt x="5760" y="377"/>
                </a:lnTo>
                <a:lnTo>
                  <a:pt x="5760" y="512"/>
                </a:lnTo>
                <a:lnTo>
                  <a:pt x="5760" y="512"/>
                </a:lnTo>
                <a:lnTo>
                  <a:pt x="5760" y="786"/>
                </a:lnTo>
                <a:lnTo>
                  <a:pt x="5760" y="786"/>
                </a:lnTo>
                <a:lnTo>
                  <a:pt x="5760" y="1060"/>
                </a:lnTo>
                <a:lnTo>
                  <a:pt x="5760" y="1060"/>
                </a:lnTo>
                <a:lnTo>
                  <a:pt x="5760" y="1195"/>
                </a:lnTo>
                <a:lnTo>
                  <a:pt x="5760" y="1195"/>
                </a:lnTo>
                <a:lnTo>
                  <a:pt x="5760" y="1262"/>
                </a:lnTo>
                <a:lnTo>
                  <a:pt x="5760" y="1262"/>
                </a:lnTo>
                <a:lnTo>
                  <a:pt x="5758" y="1276"/>
                </a:lnTo>
                <a:lnTo>
                  <a:pt x="5758" y="1283"/>
                </a:lnTo>
                <a:lnTo>
                  <a:pt x="5755" y="1289"/>
                </a:lnTo>
                <a:lnTo>
                  <a:pt x="5755" y="1289"/>
                </a:lnTo>
                <a:lnTo>
                  <a:pt x="5747" y="1301"/>
                </a:lnTo>
                <a:lnTo>
                  <a:pt x="5740" y="1315"/>
                </a:lnTo>
                <a:lnTo>
                  <a:pt x="5740" y="1315"/>
                </a:lnTo>
                <a:lnTo>
                  <a:pt x="5719" y="1339"/>
                </a:lnTo>
                <a:lnTo>
                  <a:pt x="5699" y="1363"/>
                </a:lnTo>
                <a:lnTo>
                  <a:pt x="5674" y="1385"/>
                </a:lnTo>
                <a:lnTo>
                  <a:pt x="5650" y="1406"/>
                </a:lnTo>
                <a:lnTo>
                  <a:pt x="5650" y="1406"/>
                </a:lnTo>
                <a:lnTo>
                  <a:pt x="5624" y="1426"/>
                </a:lnTo>
                <a:lnTo>
                  <a:pt x="5597" y="1445"/>
                </a:lnTo>
                <a:lnTo>
                  <a:pt x="5541" y="1481"/>
                </a:lnTo>
                <a:lnTo>
                  <a:pt x="5541" y="1481"/>
                </a:lnTo>
                <a:lnTo>
                  <a:pt x="5480" y="1515"/>
                </a:lnTo>
                <a:lnTo>
                  <a:pt x="5419" y="1548"/>
                </a:lnTo>
                <a:lnTo>
                  <a:pt x="5356" y="1579"/>
                </a:lnTo>
                <a:lnTo>
                  <a:pt x="5295" y="1608"/>
                </a:lnTo>
                <a:lnTo>
                  <a:pt x="5295" y="1608"/>
                </a:lnTo>
                <a:lnTo>
                  <a:pt x="5229" y="1636"/>
                </a:lnTo>
                <a:lnTo>
                  <a:pt x="5161" y="1663"/>
                </a:lnTo>
                <a:lnTo>
                  <a:pt x="5096" y="1689"/>
                </a:lnTo>
                <a:lnTo>
                  <a:pt x="5028" y="1713"/>
                </a:lnTo>
                <a:lnTo>
                  <a:pt x="4893" y="1759"/>
                </a:lnTo>
                <a:lnTo>
                  <a:pt x="4756" y="1804"/>
                </a:lnTo>
                <a:lnTo>
                  <a:pt x="4756" y="1804"/>
                </a:lnTo>
                <a:lnTo>
                  <a:pt x="4615" y="1845"/>
                </a:lnTo>
                <a:lnTo>
                  <a:pt x="4472" y="1885"/>
                </a:lnTo>
                <a:lnTo>
                  <a:pt x="4332" y="1920"/>
                </a:lnTo>
                <a:lnTo>
                  <a:pt x="4188" y="1958"/>
                </a:lnTo>
                <a:lnTo>
                  <a:pt x="4188" y="1958"/>
                </a:lnTo>
                <a:lnTo>
                  <a:pt x="4046" y="1993"/>
                </a:lnTo>
                <a:lnTo>
                  <a:pt x="3902" y="2027"/>
                </a:lnTo>
                <a:lnTo>
                  <a:pt x="3758" y="2059"/>
                </a:lnTo>
                <a:lnTo>
                  <a:pt x="3614" y="2089"/>
                </a:lnTo>
                <a:lnTo>
                  <a:pt x="3614" y="2089"/>
                </a:lnTo>
                <a:lnTo>
                  <a:pt x="3511" y="2108"/>
                </a:lnTo>
                <a:lnTo>
                  <a:pt x="3363" y="2133"/>
                </a:lnTo>
                <a:lnTo>
                  <a:pt x="2993" y="2192"/>
                </a:lnTo>
                <a:lnTo>
                  <a:pt x="2641" y="2248"/>
                </a:lnTo>
                <a:lnTo>
                  <a:pt x="2515" y="2267"/>
                </a:lnTo>
                <a:lnTo>
                  <a:pt x="2444" y="2281"/>
                </a:lnTo>
                <a:lnTo>
                  <a:pt x="2444" y="2281"/>
                </a:lnTo>
                <a:lnTo>
                  <a:pt x="2302" y="2312"/>
                </a:lnTo>
                <a:lnTo>
                  <a:pt x="2160" y="2348"/>
                </a:lnTo>
                <a:lnTo>
                  <a:pt x="2018" y="2386"/>
                </a:lnTo>
                <a:lnTo>
                  <a:pt x="1880" y="2427"/>
                </a:lnTo>
                <a:lnTo>
                  <a:pt x="1880" y="2427"/>
                </a:lnTo>
                <a:lnTo>
                  <a:pt x="1742" y="2470"/>
                </a:lnTo>
                <a:lnTo>
                  <a:pt x="1677" y="2494"/>
                </a:lnTo>
                <a:lnTo>
                  <a:pt x="1609" y="2517"/>
                </a:lnTo>
                <a:lnTo>
                  <a:pt x="1541" y="2543"/>
                </a:lnTo>
                <a:lnTo>
                  <a:pt x="1475" y="2569"/>
                </a:lnTo>
                <a:lnTo>
                  <a:pt x="1410" y="2596"/>
                </a:lnTo>
                <a:lnTo>
                  <a:pt x="1346" y="2625"/>
                </a:lnTo>
                <a:lnTo>
                  <a:pt x="1346" y="2625"/>
                </a:lnTo>
                <a:lnTo>
                  <a:pt x="1284" y="2655"/>
                </a:lnTo>
                <a:lnTo>
                  <a:pt x="1222" y="2684"/>
                </a:lnTo>
                <a:lnTo>
                  <a:pt x="1162" y="2717"/>
                </a:lnTo>
                <a:lnTo>
                  <a:pt x="1102" y="2749"/>
                </a:lnTo>
                <a:lnTo>
                  <a:pt x="1043" y="2785"/>
                </a:lnTo>
                <a:lnTo>
                  <a:pt x="988" y="2821"/>
                </a:lnTo>
                <a:lnTo>
                  <a:pt x="931" y="2859"/>
                </a:lnTo>
                <a:lnTo>
                  <a:pt x="876" y="2899"/>
                </a:lnTo>
                <a:lnTo>
                  <a:pt x="876" y="2899"/>
                </a:lnTo>
                <a:lnTo>
                  <a:pt x="822" y="2938"/>
                </a:lnTo>
                <a:lnTo>
                  <a:pt x="771" y="2980"/>
                </a:lnTo>
                <a:lnTo>
                  <a:pt x="720" y="3023"/>
                </a:lnTo>
                <a:lnTo>
                  <a:pt x="672" y="3069"/>
                </a:lnTo>
                <a:lnTo>
                  <a:pt x="623" y="3113"/>
                </a:lnTo>
                <a:lnTo>
                  <a:pt x="576" y="3159"/>
                </a:lnTo>
                <a:lnTo>
                  <a:pt x="531" y="3207"/>
                </a:lnTo>
                <a:lnTo>
                  <a:pt x="487" y="3257"/>
                </a:lnTo>
                <a:lnTo>
                  <a:pt x="487" y="3257"/>
                </a:lnTo>
                <a:lnTo>
                  <a:pt x="447" y="3308"/>
                </a:lnTo>
                <a:lnTo>
                  <a:pt x="406" y="3360"/>
                </a:lnTo>
                <a:lnTo>
                  <a:pt x="366" y="3413"/>
                </a:lnTo>
                <a:lnTo>
                  <a:pt x="329" y="3468"/>
                </a:lnTo>
                <a:lnTo>
                  <a:pt x="292" y="3523"/>
                </a:lnTo>
                <a:lnTo>
                  <a:pt x="258" y="3579"/>
                </a:lnTo>
                <a:lnTo>
                  <a:pt x="227" y="3636"/>
                </a:lnTo>
                <a:lnTo>
                  <a:pt x="197" y="3694"/>
                </a:lnTo>
                <a:lnTo>
                  <a:pt x="197" y="3694"/>
                </a:lnTo>
                <a:lnTo>
                  <a:pt x="167" y="3755"/>
                </a:lnTo>
                <a:lnTo>
                  <a:pt x="140" y="3814"/>
                </a:lnTo>
                <a:lnTo>
                  <a:pt x="114" y="3876"/>
                </a:lnTo>
                <a:lnTo>
                  <a:pt x="92" y="3940"/>
                </a:lnTo>
                <a:lnTo>
                  <a:pt x="71" y="4003"/>
                </a:lnTo>
                <a:lnTo>
                  <a:pt x="53" y="4067"/>
                </a:lnTo>
                <a:lnTo>
                  <a:pt x="35" y="4130"/>
                </a:lnTo>
                <a:lnTo>
                  <a:pt x="20" y="4195"/>
                </a:lnTo>
                <a:lnTo>
                  <a:pt x="20" y="4195"/>
                </a:lnTo>
                <a:lnTo>
                  <a:pt x="7" y="4268"/>
                </a:lnTo>
                <a:lnTo>
                  <a:pt x="4" y="4303"/>
                </a:lnTo>
                <a:lnTo>
                  <a:pt x="0" y="4339"/>
                </a:lnTo>
                <a:close/>
              </a:path>
            </a:pathLst>
          </a:custGeom>
          <a:solidFill>
            <a:schemeClr val="bg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9pPr>
    </p:titleStyle>
    <p:bodyStyle>
      <a:lvl1pPr marL="342900" indent="-3429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2pPr>
      <a:lvl3pPr marL="1143000" indent="-2286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cs typeface="+mn-cs"/>
        </a:defRPr>
      </a:lvl3pPr>
      <a:lvl4pPr marL="1600200" indent="-22860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4pPr>
      <a:lvl5pPr marL="2057400" indent="-228600" algn="r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5pPr>
      <a:lvl6pPr marL="25146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6pPr>
      <a:lvl7pPr marL="29718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7pPr>
      <a:lvl8pPr marL="34290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8pPr>
      <a:lvl9pPr marL="38862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 Box 5">
            <a:extLst>
              <a:ext uri="{FF2B5EF4-FFF2-40B4-BE49-F238E27FC236}">
                <a16:creationId xmlns:a16="http://schemas.microsoft.com/office/drawing/2014/main" id="{371377CD-CE36-D094-771F-BC2C9D6F8A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775" y="1727200"/>
            <a:ext cx="27114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3200">
                <a:solidFill>
                  <a:schemeClr val="bg2"/>
                </a:solidFill>
              </a:rPr>
              <a:t>FWD Project </a:t>
            </a:r>
          </a:p>
          <a:p>
            <a:pPr eaLnBrk="1" hangingPunct="1"/>
            <a:endParaRPr lang="en-GB" altLang="en-US" sz="3200">
              <a:solidFill>
                <a:schemeClr val="bg2"/>
              </a:solidFill>
            </a:endParaRPr>
          </a:p>
        </p:txBody>
      </p:sp>
      <p:sp>
        <p:nvSpPr>
          <p:cNvPr id="5124" name="Rectangle 2">
            <a:extLst>
              <a:ext uri="{FF2B5EF4-FFF2-40B4-BE49-F238E27FC236}">
                <a16:creationId xmlns:a16="http://schemas.microsoft.com/office/drawing/2014/main" id="{31C6CB2D-5543-EE26-7310-F3776D08CB45}"/>
              </a:ext>
            </a:extLst>
          </p:cNvPr>
          <p:cNvSpPr>
            <a:spLocks noChangeArrowheads="1"/>
          </p:cNvSpPr>
          <p:nvPr/>
        </p:nvSpPr>
        <p:spPr bwMode="gray">
          <a:xfrm>
            <a:off x="517525" y="1838325"/>
            <a:ext cx="8191500" cy="1196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 fontAlgn="t">
              <a:spcAft>
                <a:spcPct val="25000"/>
              </a:spcAft>
            </a:pPr>
            <a:r>
              <a:rPr lang="en-AU" altLang="en-US" sz="3600"/>
              <a:t>TOGAF 9 - Core Diagrams</a:t>
            </a:r>
            <a:br>
              <a:rPr lang="en-AU" altLang="en-US" sz="3600"/>
            </a:br>
            <a:r>
              <a:rPr lang="en-AU" altLang="en-US" sz="2800"/>
              <a:t>Business Services and Information Diagram</a:t>
            </a:r>
            <a:br>
              <a:rPr lang="en-AU" altLang="en-US" sz="2800"/>
            </a:br>
            <a:r>
              <a:rPr lang="en-AU" altLang="en-US" sz="2000" b="0" i="1"/>
              <a:t>Phase B – Business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>
            <a:extLst>
              <a:ext uri="{FF2B5EF4-FFF2-40B4-BE49-F238E27FC236}">
                <a16:creationId xmlns:a16="http://schemas.microsoft.com/office/drawing/2014/main" id="{D3A3EAC7-EC78-B67F-5FEB-4B11E1B1695D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Business Services and Information Diagram </a:t>
            </a:r>
          </a:p>
        </p:txBody>
      </p:sp>
      <p:pic>
        <p:nvPicPr>
          <p:cNvPr id="143367" name="Picture 7">
            <a:extLst>
              <a:ext uri="{FF2B5EF4-FFF2-40B4-BE49-F238E27FC236}">
                <a16:creationId xmlns:a16="http://schemas.microsoft.com/office/drawing/2014/main" id="{85D6AEAA-502A-086E-C3F0-923E02621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275" y="1636713"/>
            <a:ext cx="7962900" cy="4295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2">
            <a:extLst>
              <a:ext uri="{FF2B5EF4-FFF2-40B4-BE49-F238E27FC236}">
                <a16:creationId xmlns:a16="http://schemas.microsoft.com/office/drawing/2014/main" id="{4EE3CDAA-6227-6DEE-4B0E-24B8E326AF8B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Business Services and Information Diagram </a:t>
            </a:r>
          </a:p>
        </p:txBody>
      </p:sp>
      <p:pic>
        <p:nvPicPr>
          <p:cNvPr id="151556" name="Picture 4">
            <a:extLst>
              <a:ext uri="{FF2B5EF4-FFF2-40B4-BE49-F238E27FC236}">
                <a16:creationId xmlns:a16="http://schemas.microsoft.com/office/drawing/2014/main" id="{88ECB4B5-E3D8-8772-F116-11DF92751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888" y="1817688"/>
            <a:ext cx="6535737" cy="3465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>
            <a:extLst>
              <a:ext uri="{FF2B5EF4-FFF2-40B4-BE49-F238E27FC236}">
                <a16:creationId xmlns:a16="http://schemas.microsoft.com/office/drawing/2014/main" id="{F3E486CE-A024-8C4E-F81B-D74F2380614A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Business Services and Information Diagram </a:t>
            </a:r>
          </a:p>
        </p:txBody>
      </p:sp>
      <p:pic>
        <p:nvPicPr>
          <p:cNvPr id="153603" name="Picture 3">
            <a:extLst>
              <a:ext uri="{FF2B5EF4-FFF2-40B4-BE49-F238E27FC236}">
                <a16:creationId xmlns:a16="http://schemas.microsoft.com/office/drawing/2014/main" id="{C025929D-09B4-5D97-2F55-9697480E04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" y="2070100"/>
            <a:ext cx="7313613" cy="2994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Capgemini PowerPoint EA blank v3">
  <a:themeElements>
    <a:clrScheme name="Cap Gemini Title &amp; Slides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ap Gemini Title &amp; Slide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ap Gemini Title &amp; Slides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ception personnalisée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27CC0EB65A884E9F4162DA41625026" ma:contentTypeVersion="14" ma:contentTypeDescription="Create a new document." ma:contentTypeScope="" ma:versionID="52d5891f71a49a8671fe9715ec8557df">
  <xsd:schema xmlns:xsd="http://www.w3.org/2001/XMLSchema" xmlns:xs="http://www.w3.org/2001/XMLSchema" xmlns:p="http://schemas.microsoft.com/office/2006/metadata/properties" xmlns:ns2="65a3281b-7e4d-451a-9795-2f6d5ebb8eb7" xmlns:ns3="050e1908-91b8-4bd1-86f6-48ffd38fcdca" targetNamespace="http://schemas.microsoft.com/office/2006/metadata/properties" ma:root="true" ma:fieldsID="08d89aa7695f65b50d68398c34146737" ns2:_="" ns3:_="">
    <xsd:import namespace="65a3281b-7e4d-451a-9795-2f6d5ebb8eb7"/>
    <xsd:import namespace="050e1908-91b8-4bd1-86f6-48ffd38fc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3281b-7e4d-451a-9795-2f6d5ebb8eb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c797e5b7-3a33-46db-8b5a-dd8d5a8c4c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e1908-91b8-4bd1-86f6-48ffd38fc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8BFE0A7-7F28-4789-A866-C4762854EFC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E395EF2-394C-4D4B-8F39-3C94504BB4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a3281b-7e4d-451a-9795-2f6d5ebb8eb7"/>
    <ds:schemaRef ds:uri="050e1908-91b8-4bd1-86f6-48ffd38fc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2044</TotalTime>
  <Words>30</Words>
  <Application>Microsoft Office PowerPoint</Application>
  <PresentationFormat>On-screen Show (4:3)</PresentationFormat>
  <Paragraphs>5</Paragraphs>
  <Slides>4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Capgemini PowerPoint EA blank v3</vt:lpstr>
      <vt:lpstr>Conception personnalisée</vt:lpstr>
      <vt:lpstr>PowerPoint Presentation</vt:lpstr>
      <vt:lpstr>PowerPoint Presentation</vt:lpstr>
      <vt:lpstr>PowerPoint Presentation</vt:lpstr>
      <vt:lpstr>PowerPoint Presentation</vt:lpstr>
    </vt:vector>
  </TitlesOfParts>
  <Company>Capgemini UK plc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TOGAF 9 Template - Business Services and Information Diagram</dc:title>
  <dc:subject/>
  <dc:creator>Danny Citakovic</dc:creator>
  <cp:lastModifiedBy>Andrew Josey</cp:lastModifiedBy>
  <cp:revision>21</cp:revision>
  <dcterms:created xsi:type="dcterms:W3CDTF">2010-02-10T16:36:59Z</dcterms:created>
  <dcterms:modified xsi:type="dcterms:W3CDTF">2026-04-28T23:18:41Z</dcterms:modified>
</cp:coreProperties>
</file>